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f7783c52d4e26" /><Relationship Type="http://schemas.openxmlformats.org/officeDocument/2006/relationships/extended-properties" Target="/docProps/app.xml" Id="Re7ff3c1d339a4b45" /><Relationship Type="http://schemas.openxmlformats.org/officeDocument/2006/relationships/officeDocument" Target="/ppt/presentation.xml" Id="Raac90ee198c3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f03e86ffd4d7f"/>
  </p:sldMasterIdLst>
  <p:notesMasterIdLst>
    <p:notesMasterId xmlns:r="http://schemas.openxmlformats.org/officeDocument/2006/relationships" r:id="Rb17db2dc0ff44297"/>
  </p:notesMasterIdLst>
  <p:sldIdLst>
    <p:sldId xmlns:r="http://schemas.openxmlformats.org/officeDocument/2006/relationships" id="256" r:id="R2d3d8f98feaf41a4"/>
    <p:sldId xmlns:r="http://schemas.openxmlformats.org/officeDocument/2006/relationships" id="257" r:id="Rf280291cb22a47db"/>
    <p:sldId xmlns:r="http://schemas.openxmlformats.org/officeDocument/2006/relationships" id="258" r:id="R5f7f947f36344da1"/>
    <p:sldId xmlns:r="http://schemas.openxmlformats.org/officeDocument/2006/relationships" id="259" r:id="Raf5de87727894f47"/>
    <p:sldId xmlns:r="http://schemas.openxmlformats.org/officeDocument/2006/relationships" id="260" r:id="R06cac2986cd24b7d"/>
    <p:sldId xmlns:r="http://schemas.openxmlformats.org/officeDocument/2006/relationships" id="261" r:id="R4fc755536fb64daa"/>
    <p:sldId xmlns:r="http://schemas.openxmlformats.org/officeDocument/2006/relationships" id="262" r:id="R06355f332ea242c7"/>
    <p:sldId xmlns:r="http://schemas.openxmlformats.org/officeDocument/2006/relationships" id="263" r:id="Rdfde3dc2a679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aa8f9fc1d4373" /><Relationship Type="http://schemas.openxmlformats.org/officeDocument/2006/relationships/slideMaster" Target="/ppt/slideMasters/slideMaster1.xml" Id="Rc30f03e86ffd4d7f" /><Relationship Type="http://schemas.openxmlformats.org/officeDocument/2006/relationships/notesMaster" Target="/ppt/notesMasters/notesMaster1.xml" Id="Rb17db2dc0ff44297" /><Relationship Type="http://schemas.openxmlformats.org/officeDocument/2006/relationships/presProps" Target="/ppt/presProps.xml" Id="R9fe444d990cd43f9" /><Relationship Type="http://schemas.openxmlformats.org/officeDocument/2006/relationships/tableStyles" Target="/ppt/tableStyles.xml" Id="R2cd9e612547f4657" /><Relationship Type="http://schemas.openxmlformats.org/officeDocument/2006/relationships/slide" Target="/ppt/slides/slide1.xml" Id="R2d3d8f98feaf41a4" /><Relationship Type="http://schemas.openxmlformats.org/officeDocument/2006/relationships/slide" Target="/ppt/slides/slide2.xml" Id="Rf280291cb22a47db" /><Relationship Type="http://schemas.openxmlformats.org/officeDocument/2006/relationships/slide" Target="/ppt/slides/slide3.xml" Id="R5f7f947f36344da1" /><Relationship Type="http://schemas.openxmlformats.org/officeDocument/2006/relationships/slide" Target="/ppt/slides/slide4.xml" Id="Raf5de87727894f47" /><Relationship Type="http://schemas.openxmlformats.org/officeDocument/2006/relationships/slide" Target="/ppt/slides/slide5.xml" Id="R06cac2986cd24b7d" /><Relationship Type="http://schemas.openxmlformats.org/officeDocument/2006/relationships/slide" Target="/ppt/slides/slide6.xml" Id="R4fc755536fb64daa" /><Relationship Type="http://schemas.openxmlformats.org/officeDocument/2006/relationships/slide" Target="/ppt/slides/slide7.xml" Id="R06355f332ea242c7" /><Relationship Type="http://schemas.openxmlformats.org/officeDocument/2006/relationships/slide" Target="/ppt/slides/slide8.xml" Id="Rdfde3dc2a679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51971751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df1158d1a491a" /><Relationship Type="http://schemas.openxmlformats.org/officeDocument/2006/relationships/notesMaster" Target="/ppt/notesMasters/notesMaster1.xml" Id="R54a5cee8b563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747f78f1f4029" /><Relationship Type="http://schemas.openxmlformats.org/officeDocument/2006/relationships/notesMaster" Target="/ppt/notesMasters/notesMaster1.xml" Id="Rb6aa87196005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41c0378cd4604" /><Relationship Type="http://schemas.openxmlformats.org/officeDocument/2006/relationships/notesMaster" Target="/ppt/notesMasters/notesMaster1.xml" Id="Rdbe5a4e97e3f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2a8f74d0342ee" /><Relationship Type="http://schemas.openxmlformats.org/officeDocument/2006/relationships/notesMaster" Target="/ppt/notesMasters/notesMaster1.xml" Id="Rb68f6f84f38e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555fdb4dc4d0f" /><Relationship Type="http://schemas.openxmlformats.org/officeDocument/2006/relationships/notesMaster" Target="/ppt/notesMasters/notesMaster1.xml" Id="R0b093c32509b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e7f53b7304ea3" /><Relationship Type="http://schemas.openxmlformats.org/officeDocument/2006/relationships/notesMaster" Target="/ppt/notesMasters/notesMaster1.xml" Id="R105ca3e7e37f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afc14de894864" /><Relationship Type="http://schemas.openxmlformats.org/officeDocument/2006/relationships/notesMaster" Target="/ppt/notesMasters/notesMaster1.xml" Id="Ra2a9ae8226cd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5ed0cfc704975" /><Relationship Type="http://schemas.openxmlformats.org/officeDocument/2006/relationships/notesMaster" Target="/ppt/notesMasters/notesMaster1.xml" Id="R386d59905eaf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535670a25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893268190421d" /><Relationship Type="http://schemas.openxmlformats.org/officeDocument/2006/relationships/slideLayout" Target="/ppt/slideLayouts/slideLayout1.xml" Id="Rc58f2a824546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f2a82454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ed18663141a8" /><Relationship Type="http://schemas.openxmlformats.org/officeDocument/2006/relationships/notesSlide" Target="/ppt/notesSlides/notesSlide1.xml" Id="R066da6f5798b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bdeeb7664370" /><Relationship Type="http://schemas.openxmlformats.org/officeDocument/2006/relationships/notesSlide" Target="/ppt/notesSlides/notesSlide2.xml" Id="R998bc5dea17b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58e61e834445" /><Relationship Type="http://schemas.openxmlformats.org/officeDocument/2006/relationships/notesSlide" Target="/ppt/notesSlides/notesSlide3.xml" Id="R9df0d8e37e00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290569bfb44b7" /><Relationship Type="http://schemas.openxmlformats.org/officeDocument/2006/relationships/notesSlide" Target="/ppt/notesSlides/notesSlide4.xml" Id="Rd34629c5cb30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49c453ff4722" /><Relationship Type="http://schemas.openxmlformats.org/officeDocument/2006/relationships/chart" Target="/ppt/slides/charts/chart1.xml" Id="Rd165c960f8334680" /><Relationship Type="http://schemas.openxmlformats.org/officeDocument/2006/relationships/notesSlide" Target="/ppt/notesSlides/notesSlide5.xml" Id="R7124692f7a6d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a1aa28e6478e" /><Relationship Type="http://schemas.openxmlformats.org/officeDocument/2006/relationships/notesSlide" Target="/ppt/notesSlides/notesSlide6.xml" Id="R77c7bf350ede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e8165e524338" /><Relationship Type="http://schemas.openxmlformats.org/officeDocument/2006/relationships/notesSlide" Target="/ppt/notesSlides/notesSlide7.xml" Id="Rb5485577fa62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34b45f604551" /><Relationship Type="http://schemas.openxmlformats.org/officeDocument/2006/relationships/notesSlide" Target="/ppt/notesSlides/notesSlide8.xml" Id="R779f8d032e744f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示例投入</c:v>
          </c:tx>
          <c:spPr>
            <a:solidFill xmlns:a="http://schemas.openxmlformats.org/drawingml/2006/main">
              <a:srgbClr val="487A61"/>
            </a:solidFill>
            <a:ln xmlns:a="http://schemas.openxmlformats.org/drawingml/2006/main" w="28575">
              <a:solidFill>
                <a:srgbClr val="487A6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调研</c:v>
                </c:pt>
                <c:pt idx="1">
                  <c:v>设计</c:v>
                </c:pt>
                <c:pt idx="2">
                  <c:v>实施</c:v>
                </c:pt>
                <c:pt idx="3">
                  <c:v>验收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3C3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7"/>
        </a:solidFill>
      </c:spPr>
    </c:plotArea>
    <c:plotVisOnly val="1"/>
  </c:chart>
  <c:spPr>
    <a:solidFill xmlns:a="http://schemas.openxmlformats.org/drawingml/2006/main">
      <a:srgbClr val="FAFB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8C795C1-589F-423D-8E8F-3831D65F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38B8BBED-F23A-4BC9-8C02-E56255F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PROPOSAL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7958B5C1-A328-4BEA-8608-7F29F71B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项目实施方案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CC2F5669-AF89-4BE8-B814-700364C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项目名称 / 提案团队 / 提案日期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81FB5816-311E-47B4-BA64-3E240D24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49875DE1-7E55-471A-9ECA-F75455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02</a:t>
            </a:r>
          </a:p>
        </p:txBody>
      </p:sp>
    </p:spTree>
    <p:extLst>
      <p:ext uri="{BB962C8B-B14F-4D97-AF65-F5344CB8AC3E}">
        <p14:creationId xmlns:p14="http://schemas.microsoft.com/office/powerpoint/2010/main" val="188843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616E608-9D64-474B-AFA6-AEC923B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BF5D80-1E75-46AE-ABA6-5AC1FCC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03B0790-5BA0-4B17-8BDE-840B061E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85CB19A-AAE9-4807-AF72-8CC43442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1825E99-06FC-40C7-B1A3-0FA2EDD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31B505F-326B-4A0B-8A36-59FC11D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86084CE2-AAEC-4C93-BF06-2F4E406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24225BB9-0081-457F-BD79-CDFF90CC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476219A-E146-4607-8007-F7E202F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61396FA-7C53-4C5B-B2E3-04B70DC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044B24D-9598-4A3E-8211-8B759CB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D9F844D-6806-40E7-ABAF-0B3745B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C4DD1626-63D4-425F-9F70-350C231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B4ADE1DD-0155-4E32-9428-AC97F14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实施安排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612C1A42-610F-41C1-8EF8-2069038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5B201DA-63AF-46DE-AD81-D7D5FE8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9508BF0-304D-47CA-B857-89455B86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风险保障</a:t>
            </a:r>
          </a:p>
        </p:txBody>
      </p:sp>
    </p:spTree>
    <p:extLst>
      <p:ext uri="{BB962C8B-B14F-4D97-AF65-F5344CB8AC3E}">
        <p14:creationId xmlns:p14="http://schemas.microsoft.com/office/powerpoint/2010/main" val="71322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6D2BC4DE-C2BD-4C4A-9500-5C2522A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00E3E339-7FAA-40D2-B639-6A79AEB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90B43AE5-3A88-4C5A-9ADE-34C579C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B0C695C-F047-44EA-BB70-F1AF0E27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837880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7C65865-BE12-4114-A049-662289CC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BD29F89-1392-4207-8E54-158531F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367D84D-54C0-4422-B2D5-54999969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项目目标与交付边界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17D8436-108A-49E3-888A-8AF5C84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C0BF24-C730-45BF-BD8E-36F6223C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AD62688-EE1B-4B23-B9F9-71D1991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E840421-F4F8-4085-8688-7CB9510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09702D3-0BE9-42A1-BF0F-43A77A9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交付范围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88F92E4B-FDE3-4D72-B868-2AEEC7C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C369E59-A2CF-439F-893C-272DF36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期望解决的业务问题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8301D12-F053-4B81-BA27-7F2CDB6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332986A-6B42-4AB3-A788-9BE6400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项目成功的衡量标准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8FC9070-A493-48FA-B83F-F78CD3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AFFE175F-48B6-409B-9C77-BE91444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主要相关方与使用场景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6059962-C9AA-4D9D-ADB0-5088BF1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BC28FE23-7D32-4E78-BE28-EF14655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本期包含的交付成果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2BC94A8-9499-47B2-B688-186B4B6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94F4DEF-CCDA-442B-872E-DCB2AC4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不包含的事项与边界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1AFE1395-609E-437B-8DFF-22D9BF8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5C8C8B54-4898-48B7-BB55-BD2573B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前置条件与协作要求</a:t>
            </a:r>
          </a:p>
        </p:txBody>
      </p:sp>
    </p:spTree>
    <p:extLst>
      <p:ext uri="{BB962C8B-B14F-4D97-AF65-F5344CB8AC3E}">
        <p14:creationId xmlns:p14="http://schemas.microsoft.com/office/powerpoint/2010/main" val="1555030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5935F09-E1D0-4D0F-8506-C4EB06C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D1338B4-EC06-432C-BE64-5BFA40D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883C80E-A2A5-487D-A120-93D7D1B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阶段资源投入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25C631-D109-4408-B979-5B653F9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AB1E78B-34F1-49AD-B3CF-B7EB88F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71D7D41-27E1-4919-8A27-938562B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1A8F4FCA-F19E-42A1-A962-17C610D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65c960f8334680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C1AA04A5-7002-4646-86C3-CA94E7F0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74C1C5E-2093-4833-8C21-0839941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2092B3D4-87F3-4BCE-B5FB-CBCAD70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7694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4943EEF-20CF-42A6-865B-25F9E37F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51628A7-BD72-4D74-82E5-853B791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912C170-AE3E-4FD1-B0DF-E15367A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实施里程碑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06503-5B3C-4A46-ADA1-36AF4E1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867278E-2487-4823-A610-61D16EB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BED6B03-F35B-4F88-8CEB-4666608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C028F558-30A0-4B72-8DD0-EDE24FC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验收标准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需求清单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范围确认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实施阶段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阶段成果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指标达标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交付文档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验收签字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14A06F60-EF99-4831-8384-C74BEB5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58466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675D55C3-BF51-4BB0-93EA-78DA7F50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3E56725-FE9D-4276-B222-4F83BE9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0702087-C68B-43BD-BBA7-C707A10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方案场景说明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82A39123-4E6E-4611-9147-58094D1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9ED12DC-7F7F-405B-A7A5-A0F75AD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1031AC7-F01F-429F-BCA5-2753FDB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5B0B42D5-3E55-44AA-B746-546CE5F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9525">
            <a:solidFill>
              <a:srgbClr val="6C7A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现场照片 / 方案示意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89107F45-9390-4BD3-9F59-43DF456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3A80CDCA-D546-418E-9F17-BE79588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506482D7-67CD-472B-B4F2-A1EB424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251345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5390935-D832-4513-9720-B1A5ABED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实施准备事项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411B6804-9C59-4AD2-9A9E-42215A3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 · 资源到位 · 时间安排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61C1F066-13A3-4FE8-8A33-E87FB59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3B6AB289-2F52-42E5-9E74-20BAF0F3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90610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2026-09-09T09:59:53.6080000Z</dcterms:created>
  <dcterms:modified xsi:type="dcterms:W3CDTF">2026-09-09T09:59:53.6080000Z</dcterms:modified>
</coreProperties>
</file>