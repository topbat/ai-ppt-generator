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f0d6323ecb4d89" /><Relationship Type="http://schemas.openxmlformats.org/officeDocument/2006/relationships/extended-properties" Target="/docProps/app.xml" Id="R12d5eb27fa0a4829" /><Relationship Type="http://schemas.openxmlformats.org/officeDocument/2006/relationships/officeDocument" Target="/ppt/presentation.xml" Id="R6e88573964e34d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6aa6bf7da74f7f"/>
  </p:sldMasterIdLst>
  <p:notesMasterIdLst>
    <p:notesMasterId xmlns:r="http://schemas.openxmlformats.org/officeDocument/2006/relationships" r:id="R4bbd8031b6014531"/>
  </p:notesMasterIdLst>
  <p:sldIdLst>
    <p:sldId xmlns:r="http://schemas.openxmlformats.org/officeDocument/2006/relationships" id="256" r:id="R87d74950f090401e"/>
    <p:sldId xmlns:r="http://schemas.openxmlformats.org/officeDocument/2006/relationships" id="257" r:id="Ra147aa58724c493f"/>
    <p:sldId xmlns:r="http://schemas.openxmlformats.org/officeDocument/2006/relationships" id="258" r:id="R4ec747affcf647a5"/>
    <p:sldId xmlns:r="http://schemas.openxmlformats.org/officeDocument/2006/relationships" id="259" r:id="Rff5f6502d1344d8f"/>
    <p:sldId xmlns:r="http://schemas.openxmlformats.org/officeDocument/2006/relationships" id="260" r:id="Rd00dcd36b0cd443a"/>
    <p:sldId xmlns:r="http://schemas.openxmlformats.org/officeDocument/2006/relationships" id="261" r:id="R858e1d659de94b98"/>
    <p:sldId xmlns:r="http://schemas.openxmlformats.org/officeDocument/2006/relationships" id="262" r:id="R6b2e40fe6cc745e9"/>
    <p:sldId xmlns:r="http://schemas.openxmlformats.org/officeDocument/2006/relationships" id="263" r:id="Rb94c992df3a24c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6e66445c42490e" /><Relationship Type="http://schemas.openxmlformats.org/officeDocument/2006/relationships/slideMaster" Target="/ppt/slideMasters/slideMaster1.xml" Id="R186aa6bf7da74f7f" /><Relationship Type="http://schemas.openxmlformats.org/officeDocument/2006/relationships/notesMaster" Target="/ppt/notesMasters/notesMaster1.xml" Id="R4bbd8031b6014531" /><Relationship Type="http://schemas.openxmlformats.org/officeDocument/2006/relationships/presProps" Target="/ppt/presProps.xml" Id="Re2b1daa1499f4fd6" /><Relationship Type="http://schemas.openxmlformats.org/officeDocument/2006/relationships/tableStyles" Target="/ppt/tableStyles.xml" Id="R8178a97bc1874b3d" /><Relationship Type="http://schemas.openxmlformats.org/officeDocument/2006/relationships/slide" Target="/ppt/slides/slide1.xml" Id="R87d74950f090401e" /><Relationship Type="http://schemas.openxmlformats.org/officeDocument/2006/relationships/slide" Target="/ppt/slides/slide2.xml" Id="Ra147aa58724c493f" /><Relationship Type="http://schemas.openxmlformats.org/officeDocument/2006/relationships/slide" Target="/ppt/slides/slide3.xml" Id="R4ec747affcf647a5" /><Relationship Type="http://schemas.openxmlformats.org/officeDocument/2006/relationships/slide" Target="/ppt/slides/slide4.xml" Id="Rff5f6502d1344d8f" /><Relationship Type="http://schemas.openxmlformats.org/officeDocument/2006/relationships/slide" Target="/ppt/slides/slide5.xml" Id="Rd00dcd36b0cd443a" /><Relationship Type="http://schemas.openxmlformats.org/officeDocument/2006/relationships/slide" Target="/ppt/slides/slide6.xml" Id="R858e1d659de94b98" /><Relationship Type="http://schemas.openxmlformats.org/officeDocument/2006/relationships/slide" Target="/ppt/slides/slide7.xml" Id="R6b2e40fe6cc745e9" /><Relationship Type="http://schemas.openxmlformats.org/officeDocument/2006/relationships/slide" Target="/ppt/slides/slide8.xml" Id="Rb94c992df3a24c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63b53901334b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16cd38cedd47bb" /><Relationship Type="http://schemas.openxmlformats.org/officeDocument/2006/relationships/notesMaster" Target="/ppt/notesMasters/notesMaster1.xml" Id="R4d441936603844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7f3e11c9c6495a" /><Relationship Type="http://schemas.openxmlformats.org/officeDocument/2006/relationships/notesMaster" Target="/ppt/notesMasters/notesMaster1.xml" Id="Rce6b2350f77940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1f28099fcf47b1" /><Relationship Type="http://schemas.openxmlformats.org/officeDocument/2006/relationships/notesMaster" Target="/ppt/notesMasters/notesMaster1.xml" Id="R9c044529e0404b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9cc04f9cc741fd" /><Relationship Type="http://schemas.openxmlformats.org/officeDocument/2006/relationships/notesMaster" Target="/ppt/notesMasters/notesMaster1.xml" Id="R049c8053863744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11522d051a482c" /><Relationship Type="http://schemas.openxmlformats.org/officeDocument/2006/relationships/notesMaster" Target="/ppt/notesMasters/notesMaster1.xml" Id="Rbc8c62b020524f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5c29e61c7a4203" /><Relationship Type="http://schemas.openxmlformats.org/officeDocument/2006/relationships/notesMaster" Target="/ppt/notesMasters/notesMaster1.xml" Id="R9eadb63cd8c148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cbe022990646e9" /><Relationship Type="http://schemas.openxmlformats.org/officeDocument/2006/relationships/notesMaster" Target="/ppt/notesMasters/notesMaster1.xml" Id="Rb580948d05824b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beb3d66b1e4a48" /><Relationship Type="http://schemas.openxmlformats.org/officeDocument/2006/relationships/notesMaster" Target="/ppt/notesMasters/notesMaster1.xml" Id="R899858c2664145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e37131e5343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dabde23c2b4bdf" /><Relationship Type="http://schemas.openxmlformats.org/officeDocument/2006/relationships/slideLayout" Target="/ppt/slideLayouts/slideLayout1.xml" Id="Rce7446cfe0ae43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7446cfe0ae43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5081e569d4a75" /><Relationship Type="http://schemas.openxmlformats.org/officeDocument/2006/relationships/notesSlide" Target="/ppt/notesSlides/notesSlide1.xml" Id="R0e0eb65eaaec4a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cc8aec6f94355" /><Relationship Type="http://schemas.openxmlformats.org/officeDocument/2006/relationships/notesSlide" Target="/ppt/notesSlides/notesSlide2.xml" Id="R26e1fc2187484f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a5540ca95441c" /><Relationship Type="http://schemas.openxmlformats.org/officeDocument/2006/relationships/notesSlide" Target="/ppt/notesSlides/notesSlide3.xml" Id="R78c802935cec45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58f05ec2e4ec4" /><Relationship Type="http://schemas.openxmlformats.org/officeDocument/2006/relationships/notesSlide" Target="/ppt/notesSlides/notesSlide4.xml" Id="Rea6a868f28c648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0d0d9367e4467" /><Relationship Type="http://schemas.openxmlformats.org/officeDocument/2006/relationships/chart" Target="/ppt/slides/charts/chart1.xml" Id="R8d8d6f567b774f5f" /><Relationship Type="http://schemas.openxmlformats.org/officeDocument/2006/relationships/notesSlide" Target="/ppt/notesSlides/notesSlide5.xml" Id="R4a750c41f17d47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744b51b7f4a2d" /><Relationship Type="http://schemas.openxmlformats.org/officeDocument/2006/relationships/notesSlide" Target="/ppt/notesSlides/notesSlide6.xml" Id="R0b65103bc61f46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feb0656a74439" /><Relationship Type="http://schemas.openxmlformats.org/officeDocument/2006/relationships/notesSlide" Target="/ppt/notesSlides/notesSlide7.xml" Id="R49244bba8bc148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3514745654249" /><Relationship Type="http://schemas.openxmlformats.org/officeDocument/2006/relationships/notesSlide" Target="/ppt/notesSlides/notesSlide8.xml" Id="Rb9b9c1a8fb194de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示例指标</c:v>
          </c:tx>
          <c:spPr>
            <a:solidFill xmlns:a="http://schemas.openxmlformats.org/drawingml/2006/main">
              <a:srgbClr val="287BC1"/>
            </a:solidFill>
            <a:ln xmlns:a="http://schemas.openxmlformats.org/drawingml/2006/main" w="28575">
              <a:solidFill>
                <a:srgbClr val="287BC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87BC1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第一期</c:v>
                </c:pt>
                <c:pt idx="1">
                  <c:v>第二期</c:v>
                </c:pt>
                <c:pt idx="2">
                  <c:v>第三期</c:v>
                </c:pt>
                <c:pt idx="3">
                  <c:v>第四期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45</c:v>
                </c:pt>
                <c:pt idx="1">
                  <c:v>58</c:v>
                </c:pt>
                <c:pt idx="2">
                  <c:v>52</c:v>
                </c:pt>
                <c:pt idx="3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C4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864F4284-4A1E-4DF8-8B09-F9CE7701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273B0413-FF49-444B-8783-E9D4AAC7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BUSINESS REVIEW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824093FF-2056-4C11-A2EA-74061172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经营分析汇报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412C7C23-0C94-4F4D-B7AC-5E029ABF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汇报周期 / 业务范围 / 负责人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8CA06228-DA99-4AEB-9EE4-F7DD676E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01B9D837-0EA3-4676-8C69-6F7B4FDF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01</a:t>
            </a:r>
          </a:p>
        </p:txBody>
      </p:sp>
    </p:spTree>
    <p:extLst>
      <p:ext uri="{BB962C8B-B14F-4D97-AF65-F5344CB8AC3E}">
        <p14:creationId xmlns:p14="http://schemas.microsoft.com/office/powerpoint/2010/main" val="1090272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83FA254-81CA-4FFB-AE6B-3FE12ADC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3B693421-7CC3-481A-9F8D-70F125AA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3E8EDD3-224F-4220-B4D9-6F838DDF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03234775-D2ED-4767-932A-301F1513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2BF9DCD-F72A-40BA-89BA-375594A0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AF79010C-08C5-43AA-96E2-CB0673EA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5181C909-8C99-42A2-B5D2-BA76D3F9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D7D3E242-417E-4E04-8AB4-8F736222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经营概览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95237D9D-AC30-4392-B21C-D2216C54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1533CC78-A86D-4007-8EE8-AE39F5A8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45CAB45F-FC31-42D9-AEF0-3D765921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10B6013D-EB1E-4616-B40A-8B34004B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17965867-ACB6-496E-9A0C-14EB32ED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8DB3FE5A-1AD1-45A8-A3EA-69EDED25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业务分析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5F777C2F-D091-4F56-B13D-0216FF90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A107CF0A-A036-473D-AED7-8B6BB4A9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6618B36C-606F-4E72-B6F6-0373ED68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</a:t>
            </a:r>
          </a:p>
        </p:txBody>
      </p:sp>
    </p:spTree>
    <p:extLst>
      <p:ext uri="{BB962C8B-B14F-4D97-AF65-F5344CB8AC3E}">
        <p14:creationId xmlns:p14="http://schemas.microsoft.com/office/powerpoint/2010/main" val="1761583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4F108B6D-FFB4-4FEC-ABD9-6D70F77D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A0BD339B-F7C5-46C7-B5B8-141E93BB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经营表现与关键问题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ED89A3BB-B918-43E6-AE25-F8797040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6AC672C0-A053-4C34-9B17-6C72EC31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151167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E7AC657E-941C-4AC6-8443-A66D6417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43DED186-4E8F-44F3-B1F2-4705895E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5D42A2F-05E5-4B25-9D28-DAD78280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核心结论与业务判断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EE094111-38DC-45C7-B506-945A98F6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0C9D571-46F1-4BD5-94C1-514E4446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7FCFB77A-E3D2-48CE-9A27-3AE161D4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0304B694-1DDF-4F1D-893E-99B299BC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经营表现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C77A022E-738F-44C2-BA0C-210DC28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改进方向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ED93CF16-0B71-411D-A2EF-3106C2D5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F0FD7558-7697-422D-A80D-E507DA4A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目标完成情况与主要变化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DE74ACE4-7866-4C98-9E41-B6345211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AA4330D3-60E4-45BB-9330-C686CFD2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推动增长的关键业务因素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93FDFD29-2172-4CF6-A251-050C1D6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6F867E90-3DBA-4D7D-9CC2-380B7AD6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需要关注的异常指标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47E0A9D9-0E85-48E5-B16B-2A72F818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D6630FFF-715D-4DDA-B02A-FE8D4126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最优先解决的问题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4C362DE1-EA3B-4906-A97B-6F765918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35690C56-801B-4BBB-A855-1E22F2A8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可执行的改进措施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78B1D9D3-FB34-43C2-8180-699BD34E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E5D7795C-2285-41BA-87C1-B36CF325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需要协调的资源与支持</a:t>
            </a:r>
          </a:p>
        </p:txBody>
      </p:sp>
    </p:spTree>
    <p:extLst>
      <p:ext uri="{BB962C8B-B14F-4D97-AF65-F5344CB8AC3E}">
        <p14:creationId xmlns:p14="http://schemas.microsoft.com/office/powerpoint/2010/main" val="10268311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C255DD9-747C-43F4-AC7A-42C669FB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E1B9F89C-0426-4580-AA61-DBB7F4CF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26084027-2052-4A73-B9DF-7B766B56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关键指标趋势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3FA595DF-946E-4A15-A363-44DB7E77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1384589C-7B26-4D3A-90FB-1510AF4B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69DA3F4F-F017-4FDF-B9EA-C7A70431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86013180-8DCC-45BF-8676-884A2102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8d6f567b774f5f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88B3F7AA-BA3F-43C3-BABC-EAD2A407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80FFF00B-A82B-4F1E-80C9-97604D8B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填写数据所反映的变化、原因与业务影响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5F1E4EC1-1C9C-49A9-87F0-29643FC6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2111758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A5EAE9EC-305A-42F2-A7F9-9DBBFAB0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C1E464B-9260-451B-841E-54B92E58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95D78D6-C9EF-452C-9269-5C85AC14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行动计划与责任分工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9F7001AF-D0EC-4866-AF03-01EB1027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1AE93760-73D2-4331-A07B-13865AF3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FA4630BC-AE6E-44F7-8C4E-70E77163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2F2E69A6-D1AF-4ECE-BFDE-2A84BC24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重点事项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具体行动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完成时间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事项一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事项三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2C7AC867-97A2-4998-A51C-975BAC56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640750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0A00A2E7-8B3B-4EC6-B471-3AA94A40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211D137-B2E1-489F-BEB9-6F729ED0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2A708B5C-0EEB-4CF9-AA81-3D418A2F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业务场景与案例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5A3A53F4-EA22-411F-92B1-5D9977E4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12600404-B0AB-42F9-BA5C-AEB38A41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D7891152-0903-4FA8-B82D-8FAEBB54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18E4DD3D-F294-4058-8263-E27B981A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657588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业务现场 / 案例图片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906E82FD-35F8-446C-B7B3-F1CFDBB3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233C8741-A00C-4FD1-AE0B-AF00F9DE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填写图片对应的背景、对象与关键过程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705B1ADC-8162-4B33-B4AD-93AA808E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填写成果、价值或需要强调的细节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10584613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C9DFB5FF-84F9-4E04-B645-730B67FE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下一阶段重点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CB0231E6-27BB-4A64-AB15-DB50EE7B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重点目标 · 关键行动 · 所需支持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02C26F7C-B318-4FB4-BBB8-986F27DA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7671887F-71B9-4C2C-A89C-FB2C01D5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183949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2026-09-09T09:58:45.6320000Z</dcterms:created>
  <dcterms:modified xsi:type="dcterms:W3CDTF">2026-09-09T09:58:45.6320000Z</dcterms:modified>
</coreProperties>
</file>