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f9360a19184c5f" /><Relationship Type="http://schemas.openxmlformats.org/officeDocument/2006/relationships/extended-properties" Target="/docProps/app.xml" Id="Rad85258ecdb84098" /><Relationship Type="http://schemas.openxmlformats.org/officeDocument/2006/relationships/officeDocument" Target="/ppt/presentation.xml" Id="Rd89041f82306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e5e653ca324abc"/>
  </p:sldMasterIdLst>
  <p:notesMasterIdLst>
    <p:notesMasterId xmlns:r="http://schemas.openxmlformats.org/officeDocument/2006/relationships" r:id="R692e878c6e1147df"/>
  </p:notesMasterIdLst>
  <p:sldIdLst>
    <p:sldId xmlns:r="http://schemas.openxmlformats.org/officeDocument/2006/relationships" id="256" r:id="R36ab4309e9e14ad2"/>
    <p:sldId xmlns:r="http://schemas.openxmlformats.org/officeDocument/2006/relationships" id="257" r:id="R00ab8af8a0ef41f0"/>
    <p:sldId xmlns:r="http://schemas.openxmlformats.org/officeDocument/2006/relationships" id="258" r:id="R8900f810efc64f91"/>
    <p:sldId xmlns:r="http://schemas.openxmlformats.org/officeDocument/2006/relationships" id="259" r:id="Re992d98e7e904691"/>
    <p:sldId xmlns:r="http://schemas.openxmlformats.org/officeDocument/2006/relationships" id="260" r:id="Raad6645632254508"/>
    <p:sldId xmlns:r="http://schemas.openxmlformats.org/officeDocument/2006/relationships" id="261" r:id="R47680995ecba4f3e"/>
    <p:sldId xmlns:r="http://schemas.openxmlformats.org/officeDocument/2006/relationships" id="262" r:id="Rc734fd8985cb46d5"/>
    <p:sldId xmlns:r="http://schemas.openxmlformats.org/officeDocument/2006/relationships" id="263" r:id="R5d9e974bfd7e4f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13e6d2d2c1481c" /><Relationship Type="http://schemas.openxmlformats.org/officeDocument/2006/relationships/slideMaster" Target="/ppt/slideMasters/slideMaster1.xml" Id="Rbde5e653ca324abc" /><Relationship Type="http://schemas.openxmlformats.org/officeDocument/2006/relationships/notesMaster" Target="/ppt/notesMasters/notesMaster1.xml" Id="R692e878c6e1147df" /><Relationship Type="http://schemas.openxmlformats.org/officeDocument/2006/relationships/presProps" Target="/ppt/presProps.xml" Id="Rbf4d30ec09a44202" /><Relationship Type="http://schemas.openxmlformats.org/officeDocument/2006/relationships/tableStyles" Target="/ppt/tableStyles.xml" Id="R9ff831335442461f" /><Relationship Type="http://schemas.openxmlformats.org/officeDocument/2006/relationships/slide" Target="/ppt/slides/slide1.xml" Id="R36ab4309e9e14ad2" /><Relationship Type="http://schemas.openxmlformats.org/officeDocument/2006/relationships/slide" Target="/ppt/slides/slide2.xml" Id="R00ab8af8a0ef41f0" /><Relationship Type="http://schemas.openxmlformats.org/officeDocument/2006/relationships/slide" Target="/ppt/slides/slide3.xml" Id="R8900f810efc64f91" /><Relationship Type="http://schemas.openxmlformats.org/officeDocument/2006/relationships/slide" Target="/ppt/slides/slide4.xml" Id="Re992d98e7e904691" /><Relationship Type="http://schemas.openxmlformats.org/officeDocument/2006/relationships/slide" Target="/ppt/slides/slide5.xml" Id="Raad6645632254508" /><Relationship Type="http://schemas.openxmlformats.org/officeDocument/2006/relationships/slide" Target="/ppt/slides/slide6.xml" Id="R47680995ecba4f3e" /><Relationship Type="http://schemas.openxmlformats.org/officeDocument/2006/relationships/slide" Target="/ppt/slides/slide7.xml" Id="Rc734fd8985cb46d5" /><Relationship Type="http://schemas.openxmlformats.org/officeDocument/2006/relationships/slide" Target="/ppt/slides/slide8.xml" Id="R5d9e974bfd7e4f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cb218e775c45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3206dc1c5a4b0d" /><Relationship Type="http://schemas.openxmlformats.org/officeDocument/2006/relationships/notesMaster" Target="/ppt/notesMasters/notesMaster1.xml" Id="Rb5d97855aeec41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3ce6879ffe41b8" /><Relationship Type="http://schemas.openxmlformats.org/officeDocument/2006/relationships/notesMaster" Target="/ppt/notesMasters/notesMaster1.xml" Id="Rada7c47f2ca847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8883dafc5d421d" /><Relationship Type="http://schemas.openxmlformats.org/officeDocument/2006/relationships/notesMaster" Target="/ppt/notesMasters/notesMaster1.xml" Id="R313c77379d9842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1f96cf425e4e49" /><Relationship Type="http://schemas.openxmlformats.org/officeDocument/2006/relationships/notesMaster" Target="/ppt/notesMasters/notesMaster1.xml" Id="Rb7cabd58526646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6de2e56e224246" /><Relationship Type="http://schemas.openxmlformats.org/officeDocument/2006/relationships/notesMaster" Target="/ppt/notesMasters/notesMaster1.xml" Id="R43690cecbdb54c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3492ca4937498c" /><Relationship Type="http://schemas.openxmlformats.org/officeDocument/2006/relationships/notesMaster" Target="/ppt/notesMasters/notesMaster1.xml" Id="Rc1ce706003f744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c5276e2136428d" /><Relationship Type="http://schemas.openxmlformats.org/officeDocument/2006/relationships/notesMaster" Target="/ppt/notesMasters/notesMaster1.xml" Id="R5807819f0e9c4f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dddb3cd9da478a" /><Relationship Type="http://schemas.openxmlformats.org/officeDocument/2006/relationships/notesMaster" Target="/ppt/notesMasters/notesMaster1.xml" Id="Re386ab5f6ec348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c168394b844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96ccc8ba7d41e1" /><Relationship Type="http://schemas.openxmlformats.org/officeDocument/2006/relationships/slideLayout" Target="/ppt/slideLayouts/slideLayout1.xml" Id="Reac0971d94ff46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c0971d94ff46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ff1cc94b44884" /><Relationship Type="http://schemas.openxmlformats.org/officeDocument/2006/relationships/notesSlide" Target="/ppt/notesSlides/notesSlide1.xml" Id="Rd8e4ccc45fc04f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cccfdf0754cfe" /><Relationship Type="http://schemas.openxmlformats.org/officeDocument/2006/relationships/notesSlide" Target="/ppt/notesSlides/notesSlide2.xml" Id="R88568f365f3542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70e643ce04803" /><Relationship Type="http://schemas.openxmlformats.org/officeDocument/2006/relationships/notesSlide" Target="/ppt/notesSlides/notesSlide3.xml" Id="Rdfc241f8aaec47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66ccc218246aa" /><Relationship Type="http://schemas.openxmlformats.org/officeDocument/2006/relationships/notesSlide" Target="/ppt/notesSlides/notesSlide4.xml" Id="R67a3d6ef2e054c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63741b5cd4ae7" /><Relationship Type="http://schemas.openxmlformats.org/officeDocument/2006/relationships/chart" Target="/ppt/slides/charts/chart1.xml" Id="R1ed19563c1014eea" /><Relationship Type="http://schemas.openxmlformats.org/officeDocument/2006/relationships/notesSlide" Target="/ppt/notesSlides/notesSlide5.xml" Id="R7dd56879401740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0321fd1e641e5" /><Relationship Type="http://schemas.openxmlformats.org/officeDocument/2006/relationships/notesSlide" Target="/ppt/notesSlides/notesSlide6.xml" Id="R644ba74a385343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f87f0d1174db3" /><Relationship Type="http://schemas.openxmlformats.org/officeDocument/2006/relationships/notesSlide" Target="/ppt/notesSlides/notesSlide7.xml" Id="R40869351c8be4a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aea7c3e9d40a8" /><Relationship Type="http://schemas.openxmlformats.org/officeDocument/2006/relationships/notesSlide" Target="/ppt/notesSlides/notesSlide8.xml" Id="R71e2a8bcd19b4e4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示例评分</c:v>
          </c:tx>
          <c:spPr>
            <a:solidFill xmlns:a="http://schemas.openxmlformats.org/drawingml/2006/main">
              <a:srgbClr val="7657BA"/>
            </a:solidFill>
            <a:ln xmlns:a="http://schemas.openxmlformats.org/drawingml/2006/main" w="28575">
              <a:solidFill>
                <a:srgbClr val="7657BA"/>
              </a:solidFill>
            </a:ln>
          </c:spPr>
          <c:cat>
            <c:strLit>
              <c:ptCount val="4"/>
              <c:pt idx="0">
                <c:v>场景一</c:v>
              </c:pt>
              <c:pt idx="1">
                <c:v>场景二</c:v>
              </c:pt>
              <c:pt idx="2">
                <c:v>场景三</c:v>
              </c:pt>
              <c:pt idx="3">
                <c:v>场景四</c:v>
              </c:pt>
            </c:strLit>
          </c:cat>
          <c:val>
            <c:numLit>
              <c:formatCode>0</c:formatCode>
              <c:ptCount val="4"/>
              <c:pt idx="0">
                <c:v>60</c:v>
              </c:pt>
              <c:pt idx="1">
                <c:v>75</c:v>
              </c:pt>
              <c:pt idx="2">
                <c:v>68</c:v>
              </c:pt>
              <c:pt idx="3">
                <c:v>85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92237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E"/>
        </a:solidFill>
      </c:spPr>
    </c:plotArea>
    <c:plotVisOnly val="1"/>
  </c:chart>
  <c:spPr>
    <a:solidFill xmlns:a="http://schemas.openxmlformats.org/drawingml/2006/main">
      <a:srgbClr val="FCFBFE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922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9823200A-8B1B-43BF-AAD6-84582695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860828C9-3A37-4AF0-BDF4-6F440CC8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PRODUCT OVERVIEW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5D26D355-C205-4314-B90D-C86E7F70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产品与解决方案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0FB2857D-9DAC-4B5B-8E0C-AE5A7AD8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产品名称 / 产品版本 / 演示日期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AEA62211-C251-41CC-B7AB-88C3D338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DA6C915D-22F9-4986-8787-28562C89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03</a:t>
            </a:r>
          </a:p>
        </p:txBody>
      </p:sp>
    </p:spTree>
    <p:extLst>
      <p:ext uri="{BB962C8B-B14F-4D97-AF65-F5344CB8AC3E}">
        <p14:creationId xmlns:p14="http://schemas.microsoft.com/office/powerpoint/2010/main" val="759947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78CDB192-83C9-4040-BDEE-2CF2E352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8770E5B0-B045-4416-9EDA-A09D7CF4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F780968A-2D2E-4D08-AFBB-4F3C1733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0291B354-E346-4126-B8FE-DB45B8C1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D3E1EB75-5DC4-4101-8A47-D755699A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3C00CD1F-45A5-46CC-A966-95A21746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C100EE00-254A-4922-9E6C-90F0B8D7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33E62468-8C83-4BCA-BBED-480BB764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客户需求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C1E29771-6142-482F-857B-E92784F2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3FF415AB-E538-4804-BE5A-29142044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A5FC6457-83F9-47DE-A657-332F5F6F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产品能力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DB9099C9-4B1B-4529-8BBC-94847E25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92C273BB-8783-4F9C-A00A-F44C82B1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485623A6-2F8B-4B6D-81C4-3DEF47A5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应用场景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BB2D62C8-212F-4C67-BD04-DA5E0306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30DB106E-B282-4B9A-B96C-9FC7670E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6E1ED8F1-DF2D-4865-ABC0-5F2A9ED4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实施服务</a:t>
            </a:r>
          </a:p>
        </p:txBody>
      </p:sp>
    </p:spTree>
    <p:extLst>
      <p:ext uri="{BB962C8B-B14F-4D97-AF65-F5344CB8AC3E}">
        <p14:creationId xmlns:p14="http://schemas.microsoft.com/office/powerpoint/2010/main" val="2044782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E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5CDC7881-18EB-43FE-A366-D76D5D51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1532D7DA-84E1-473E-82A4-341D750D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核心能力与使用体验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133C31C6-BFB2-4F1E-99FC-265F6474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08004B38-0BF5-4F9E-9B28-AA104C01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1394855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2FAD1E1-B6CD-42DF-9AA5-860BC27C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DF44965B-7DEF-4AD9-85C6-7AAE461C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1B8737F-997F-4C04-93B9-590910DA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客户需求与产品价值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F8FB1138-FE98-4910-88AE-CC230FE8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B9BD09B2-C562-4896-ADAA-CBAF296C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DEE97172-23A6-4324-9001-61BE4130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7DFCB043-1319-4FCA-A371-3C1A28B0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客户需求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FB966888-4716-484B-9F6E-678A3F3F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对应能力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05B9A492-B177-48DA-8564-4523D2B1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0E3C100A-8575-4A30-8D93-BC3FBFD0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典型用户面临的问题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E17F4F2A-8C66-4A92-A488-92AE6753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40F670C8-D2C8-4E59-9758-198E2764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现有流程中的效率瓶颈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5677C78B-BA0C-4241-8020-C5FA87EC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D0FE551F-A552-409C-A40C-3ABD3E0D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使用体验与协作需求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2D03E47A-9F42-4A03-9514-CB0A5C85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974D0AA2-3206-48DC-AB52-5E9100A7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解决问题的核心功能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5AE9FB6A-A87D-410C-AF83-60BAEE8B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C4025FD2-AFCF-4F17-BF8E-283EFDE2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与现有系统的配合方式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382F1598-88C2-4724-9A3F-062C8321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8039DF4D-FA42-4762-B9E9-73981A84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可验证的价值与收益</a:t>
            </a:r>
          </a:p>
        </p:txBody>
      </p:sp>
    </p:spTree>
    <p:extLst>
      <p:ext uri="{BB962C8B-B14F-4D97-AF65-F5344CB8AC3E}">
        <p14:creationId xmlns:p14="http://schemas.microsoft.com/office/powerpoint/2010/main" val="11416719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4C02378A-44A2-41CB-8890-73C7ED72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81640478-F3EC-4CEB-85A9-587E4BD1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8463631D-324D-446D-AD10-330D7EBC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使用效果对比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33CA9FD4-068D-4958-856C-0FC1B56D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C8FAB6E8-182D-4FB6-B782-ABF6E942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3B60099B-FB1B-421E-B163-C49D6DAD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F7DD1B4F-3617-490A-879E-4AACA296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d19563c1014eea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F6FD9B98-DC90-421E-A5E4-DF45C086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7DACAD2A-D8A5-4E5C-8EFF-2FB353AA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>
              <a:def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>
              <a:def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73642CE1-BEA3-4774-B79B-047861AD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11905099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54266CA5-5A39-4A2E-91B7-9D9BEC2D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66975F38-10A9-4A7F-9884-274E8D75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34FC6501-6EC5-476A-ABBC-BA5BA6E8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产品能力清单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6E8F771B-6806-4B8B-841B-6347D09D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BDBE10B9-4934-4D2D-9C27-83BC65FC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196256E7-54A7-4F59-A0AC-C4E73A31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FF1F539C-F7F3-4CD4-97EB-F2DE36EB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能力模块</a:t>
                      </a:r>
                    </a:p>
                  </a:txBody>
                  <a:tcPr marL="91440" marR="91440" marT="45720" marB="45720">
                    <a:solidFill>
                      <a:srgbClr val="2922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解决问题</a:t>
                      </a:r>
                    </a:p>
                  </a:txBody>
                  <a:tcPr marL="91440" marR="91440" marT="45720" marB="45720">
                    <a:solidFill>
                      <a:srgbClr val="2922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交付形式</a:t>
                      </a:r>
                    </a:p>
                  </a:txBody>
                  <a:tcPr marL="91440" marR="91440" marT="45720" marB="45720">
                    <a:solidFill>
                      <a:srgbClr val="2922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适用场景</a:t>
                      </a:r>
                    </a:p>
                  </a:txBody>
                  <a:tcPr marL="91440" marR="91440" marT="45720" marB="45720">
                    <a:solidFill>
                      <a:srgbClr val="29223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模块一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填写业务问题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 / 服务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目标场景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模块二</a:t>
                      </a:r>
                    </a:p>
                  </a:txBody>
                  <a:tcPr marL="91440" marR="91440" marT="45720" marB="45720"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填写业务问题</a:t>
                      </a:r>
                    </a:p>
                  </a:txBody>
                  <a:tcPr marL="91440" marR="91440" marT="45720" marB="45720"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 / 服务</a:t>
                      </a:r>
                    </a:p>
                  </a:txBody>
                  <a:tcPr marL="91440" marR="91440" marT="45720" marB="45720"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目标场景</a:t>
                      </a:r>
                    </a:p>
                  </a:txBody>
                  <a:tcPr marL="91440" marR="91440" marT="45720" marB="45720">
                    <a:solidFill>
                      <a:srgbClr val="FCFBF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模块三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填写业务问题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 / 服务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目标场景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9762E340-9FAE-44C3-86EB-49257E5D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20554088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446D9249-CA95-4BB0-B293-B653F9A6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B0557440-39FC-43EA-AD3F-B24A1384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35DB8891-E139-4BC8-AB66-EE149EB7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产品界面与场景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4A93F4EC-BFE7-4CCC-AE91-557E8C42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8D2AC878-B273-459D-8C5A-D0D15BF0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9CF70A4A-1FEC-443F-81C8-F6875E09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618B6A61-4AAD-4539-918A-E45F3712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9525">
            <a:solidFill>
              <a:srgbClr val="756E83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>
              <a:defRPr sz="21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产品截图 / 使用场景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11BFAF10-3E1F-4CDC-8331-BE9A8C30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2FEE92AD-D35D-4164-9B9F-843D559E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6E036E6C-C8DB-40EB-BF9E-5BE51200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3489280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922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66C869EB-51A0-440B-9F54-C4D6AAA3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产品体验与合作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FF406BB6-F36F-4AAA-9CFA-82D27D29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演示安排 · 试用范围 · 联系方式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15DE5AF2-DAC4-41DD-9D4C-485BAF78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A989C5D3-05BD-4D02-B99C-8619CDC1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7831973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2026-09-09T09:59:59.2670000Z</dcterms:created>
  <dcterms:modified xsi:type="dcterms:W3CDTF">2026-09-09T09:59:59.2670000Z</dcterms:modified>
</coreProperties>
</file>