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6f7783c52d4e26" /><Relationship Type="http://schemas.openxmlformats.org/officeDocument/2006/relationships/extended-properties" Target="/docProps/app.xml" Id="Re7ff3c1d339a4b45" /><Relationship Type="http://schemas.openxmlformats.org/officeDocument/2006/relationships/officeDocument" Target="/ppt/presentation.xml" Id="Raac90ee198c34b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0f03e86ffd4d7f"/>
  </p:sldMasterIdLst>
  <p:notesMasterIdLst>
    <p:notesMasterId xmlns:r="http://schemas.openxmlformats.org/officeDocument/2006/relationships" r:id="Rb17db2dc0ff44297"/>
  </p:notesMasterIdLst>
  <p:sldIdLst>
    <p:sldId xmlns:r="http://schemas.openxmlformats.org/officeDocument/2006/relationships" id="256" r:id="R2d3d8f98feaf41a4"/>
    <p:sldId xmlns:r="http://schemas.openxmlformats.org/officeDocument/2006/relationships" id="257" r:id="Rf280291cb22a47db"/>
    <p:sldId xmlns:r="http://schemas.openxmlformats.org/officeDocument/2006/relationships" id="258" r:id="R5f7f947f36344da1"/>
    <p:sldId xmlns:r="http://schemas.openxmlformats.org/officeDocument/2006/relationships" id="259" r:id="Raf5de87727894f47"/>
    <p:sldId xmlns:r="http://schemas.openxmlformats.org/officeDocument/2006/relationships" id="260" r:id="R06cac2986cd24b7d"/>
    <p:sldId xmlns:r="http://schemas.openxmlformats.org/officeDocument/2006/relationships" id="261" r:id="R4fc755536fb64daa"/>
    <p:sldId xmlns:r="http://schemas.openxmlformats.org/officeDocument/2006/relationships" id="262" r:id="R06355f332ea242c7"/>
    <p:sldId xmlns:r="http://schemas.openxmlformats.org/officeDocument/2006/relationships" id="263" r:id="Rdfde3dc2a6794c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7aa8f9fc1d4373" /><Relationship Type="http://schemas.openxmlformats.org/officeDocument/2006/relationships/slideMaster" Target="/ppt/slideMasters/slideMaster1.xml" Id="Rc30f03e86ffd4d7f" /><Relationship Type="http://schemas.openxmlformats.org/officeDocument/2006/relationships/notesMaster" Target="/ppt/notesMasters/notesMaster1.xml" Id="Rb17db2dc0ff44297" /><Relationship Type="http://schemas.openxmlformats.org/officeDocument/2006/relationships/presProps" Target="/ppt/presProps.xml" Id="R9fe444d990cd43f9" /><Relationship Type="http://schemas.openxmlformats.org/officeDocument/2006/relationships/tableStyles" Target="/ppt/tableStyles.xml" Id="R2cd9e612547f4657" /><Relationship Type="http://schemas.openxmlformats.org/officeDocument/2006/relationships/slide" Target="/ppt/slides/slide1.xml" Id="R2d3d8f98feaf41a4" /><Relationship Type="http://schemas.openxmlformats.org/officeDocument/2006/relationships/slide" Target="/ppt/slides/slide2.xml" Id="Rf280291cb22a47db" /><Relationship Type="http://schemas.openxmlformats.org/officeDocument/2006/relationships/slide" Target="/ppt/slides/slide3.xml" Id="R5f7f947f36344da1" /><Relationship Type="http://schemas.openxmlformats.org/officeDocument/2006/relationships/slide" Target="/ppt/slides/slide4.xml" Id="Raf5de87727894f47" /><Relationship Type="http://schemas.openxmlformats.org/officeDocument/2006/relationships/slide" Target="/ppt/slides/slide5.xml" Id="R06cac2986cd24b7d" /><Relationship Type="http://schemas.openxmlformats.org/officeDocument/2006/relationships/slide" Target="/ppt/slides/slide6.xml" Id="R4fc755536fb64daa" /><Relationship Type="http://schemas.openxmlformats.org/officeDocument/2006/relationships/slide" Target="/ppt/slides/slide7.xml" Id="R06355f332ea242c7" /><Relationship Type="http://schemas.openxmlformats.org/officeDocument/2006/relationships/slide" Target="/ppt/slides/slide8.xml" Id="Rdfde3dc2a6794c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8c5197175143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4df1158d1a491a" /><Relationship Type="http://schemas.openxmlformats.org/officeDocument/2006/relationships/notesMaster" Target="/ppt/notesMasters/notesMaster1.xml" Id="R54a5cee8b56340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6747f78f1f4029" /><Relationship Type="http://schemas.openxmlformats.org/officeDocument/2006/relationships/notesMaster" Target="/ppt/notesMasters/notesMaster1.xml" Id="Rb6aa8719600540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441c0378cd4604" /><Relationship Type="http://schemas.openxmlformats.org/officeDocument/2006/relationships/notesMaster" Target="/ppt/notesMasters/notesMaster1.xml" Id="Rdbe5a4e97e3f4e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12a8f74d0342ee" /><Relationship Type="http://schemas.openxmlformats.org/officeDocument/2006/relationships/notesMaster" Target="/ppt/notesMasters/notesMaster1.xml" Id="Rb68f6f84f38e43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7555fdb4dc4d0f" /><Relationship Type="http://schemas.openxmlformats.org/officeDocument/2006/relationships/notesMaster" Target="/ppt/notesMasters/notesMaster1.xml" Id="R0b093c32509b44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ce7f53b7304ea3" /><Relationship Type="http://schemas.openxmlformats.org/officeDocument/2006/relationships/notesMaster" Target="/ppt/notesMasters/notesMaster1.xml" Id="R105ca3e7e37f4c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9afc14de894864" /><Relationship Type="http://schemas.openxmlformats.org/officeDocument/2006/relationships/notesMaster" Target="/ppt/notesMasters/notesMaster1.xml" Id="Ra2a9ae8226cd49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55ed0cfc704975" /><Relationship Type="http://schemas.openxmlformats.org/officeDocument/2006/relationships/notesMaster" Target="/ppt/notesMasters/notesMaster1.xml" Id="R386d59905eaf45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本页数值仅为展示原生图表布局的示例，不代表真实业务结果。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0535670a2543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b893268190421d" /><Relationship Type="http://schemas.openxmlformats.org/officeDocument/2006/relationships/slideLayout" Target="/ppt/slideLayouts/slideLayout1.xml" Id="Rc58f2a82454649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8f2a82454649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5ed18663141a8" /><Relationship Type="http://schemas.openxmlformats.org/officeDocument/2006/relationships/notesSlide" Target="/ppt/notesSlides/notesSlide1.xml" Id="R066da6f5798b4e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6bdeeb7664370" /><Relationship Type="http://schemas.openxmlformats.org/officeDocument/2006/relationships/notesSlide" Target="/ppt/notesSlides/notesSlide2.xml" Id="R998bc5dea17b40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058e61e834445" /><Relationship Type="http://schemas.openxmlformats.org/officeDocument/2006/relationships/notesSlide" Target="/ppt/notesSlides/notesSlide3.xml" Id="R9df0d8e37e004d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290569bfb44b7" /><Relationship Type="http://schemas.openxmlformats.org/officeDocument/2006/relationships/notesSlide" Target="/ppt/notesSlides/notesSlide4.xml" Id="Rd34629c5cb3047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f49c453ff4722" /><Relationship Type="http://schemas.openxmlformats.org/officeDocument/2006/relationships/chart" Target="/ppt/slides/charts/chart1.xml" Id="Rd165c960f8334680" /><Relationship Type="http://schemas.openxmlformats.org/officeDocument/2006/relationships/notesSlide" Target="/ppt/notesSlides/notesSlide5.xml" Id="R7124692f7a6d4b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ca1aa28e6478e" /><Relationship Type="http://schemas.openxmlformats.org/officeDocument/2006/relationships/notesSlide" Target="/ppt/notesSlides/notesSlide6.xml" Id="R77c7bf350ede4d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2e8165e524338" /><Relationship Type="http://schemas.openxmlformats.org/officeDocument/2006/relationships/notesSlide" Target="/ppt/notesSlides/notesSlide7.xml" Id="Rb5485577fa6242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a34b45f604551" /><Relationship Type="http://schemas.openxmlformats.org/officeDocument/2006/relationships/notesSlide" Target="/ppt/notesSlides/notesSlide8.xml" Id="R779f8d032e744fa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示例投入</c:v>
          </c:tx>
          <c:spPr>
            <a:solidFill xmlns:a="http://schemas.openxmlformats.org/drawingml/2006/main">
              <a:srgbClr val="487A61"/>
            </a:solidFill>
            <a:ln xmlns:a="http://schemas.openxmlformats.org/drawingml/2006/main" w="28575">
              <a:solidFill>
                <a:srgbClr val="487A61"/>
              </a:solidFill>
            </a:ln>
          </c:spPr>
          <c:cat>
            <c:strLit>
              <c:ptCount val="4"/>
              <c:pt idx="0">
                <c:v>调研</c:v>
              </c:pt>
              <c:pt idx="1">
                <c:v>设计</c:v>
              </c:pt>
              <c:pt idx="2">
                <c:v>实施</c:v>
              </c:pt>
              <c:pt idx="3">
                <c:v>验收</c:v>
              </c:pt>
            </c:strLit>
          </c:cat>
          <c:val>
            <c:numLit>
              <c:formatCode>0</c:formatCode>
              <c:ptCount val="4"/>
              <c:pt idx="0">
                <c:v>20</c:v>
              </c:pt>
              <c:pt idx="1">
                <c:v>30</c:v>
              </c:pt>
              <c:pt idx="2">
                <c:v>40</c:v>
              </c:pt>
              <c:pt idx="3">
                <c:v>10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83C34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BF7"/>
        </a:solidFill>
      </c:spPr>
    </c:plotArea>
    <c:plotVisOnly val="1"/>
  </c:chart>
  <c:spPr>
    <a:solidFill xmlns:a="http://schemas.openxmlformats.org/drawingml/2006/main">
      <a:srgbClr val="FAFBF7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C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C8C795C1-589F-423D-8E8F-3831D65F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英文分类">
            <a:extLst xmlns:a="http://schemas.openxmlformats.org/drawingml/2006/main">
              <a:ext uri="{FF2B5EF4-FFF2-40B4-BE49-F238E27FC236}">
                <a16:creationId xmlns:a16="http://schemas.microsoft.com/office/drawing/2014/main" id="{38B8BBED-F23A-4BC9-8C02-E56255F5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PROJECT PROPOSAL</a:t>
            </a:r>
          </a:p>
        </p:txBody>
      </p:sp>
      <p:sp>
        <p:nvSpPr>
          <p:cNvPr id="3" name="主标题">
            <a:extLst xmlns:a="http://schemas.openxmlformats.org/drawingml/2006/main">
              <a:ext uri="{FF2B5EF4-FFF2-40B4-BE49-F238E27FC236}">
                <a16:creationId xmlns:a16="http://schemas.microsoft.com/office/drawing/2014/main" id="{7958B5C1-A328-4BEA-8608-7F29F71B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38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项目实施方案</a:t>
            </a:r>
          </a:p>
        </p:txBody>
      </p:sp>
      <p:sp>
        <p:nvSpPr>
          <p:cNvPr id="4" name="副标题">
            <a:extLst xmlns:a="http://schemas.openxmlformats.org/drawingml/2006/main">
              <a:ext uri="{FF2B5EF4-FFF2-40B4-BE49-F238E27FC236}">
                <a16:creationId xmlns:a16="http://schemas.microsoft.com/office/drawing/2014/main" id="{CC2F5669-AF89-4BE8-B814-700364CE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项目名称 / 提案团队 / 提案日期</a:t>
            </a:r>
          </a:p>
        </p:txBody>
      </p:sp>
      <p:sp>
        <p:nvSpPr>
          <p:cNvPr id="5" name="日期">
            <a:extLst xmlns:a="http://schemas.openxmlformats.org/drawingml/2006/main">
              <a:ext uri="{FF2B5EF4-FFF2-40B4-BE49-F238E27FC236}">
                <a16:creationId xmlns:a16="http://schemas.microsoft.com/office/drawing/2014/main" id="{81FB5816-311E-47B4-BA64-3E240D24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汇报日期：YYYY.MM.DD</a:t>
            </a:r>
          </a:p>
        </p:txBody>
      </p:sp>
      <p:sp>
        <p:nvSpPr>
          <p:cNvPr id="6" name="模板编号">
            <a:extLst xmlns:a="http://schemas.openxmlformats.org/drawingml/2006/main">
              <a:ext uri="{FF2B5EF4-FFF2-40B4-BE49-F238E27FC236}">
                <a16:creationId xmlns:a16="http://schemas.microsoft.com/office/drawing/2014/main" id="{49875DE1-7E55-471A-9ECA-F754551D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848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 02</a:t>
            </a:r>
          </a:p>
        </p:txBody>
      </p:sp>
    </p:spTree>
    <p:extLst>
      <p:ext uri="{BB962C8B-B14F-4D97-AF65-F5344CB8AC3E}">
        <p14:creationId xmlns:p14="http://schemas.microsoft.com/office/powerpoint/2010/main" val="18884388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7616E608-9D64-474B-AFA6-AEC923B1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53BF5D80-1E75-46AE-ABA6-5AC1FCC2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803B0790-5BA0-4B17-8BDE-840B061E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内容目录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C85CB19A-AAE9-4807-AF72-8CC43442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A6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51825E99-06FC-40C7-B1A3-0FA2EDDA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431B505F-326B-4A0B-8A36-59FC11D8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目录页</a:t>
            </a:r>
          </a:p>
        </p:txBody>
      </p:sp>
      <p:sp>
        <p:nvSpPr>
          <p:cNvPr id="7" name="章节序号_0">
            <a:extLst xmlns:a="http://schemas.openxmlformats.org/drawingml/2006/main">
              <a:ext uri="{FF2B5EF4-FFF2-40B4-BE49-F238E27FC236}">
                <a16:creationId xmlns:a16="http://schemas.microsoft.com/office/drawing/2014/main" id="{86084CE2-AAEC-4C93-BF06-2F4E4060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章节标题_0">
            <a:extLst xmlns:a="http://schemas.openxmlformats.org/drawingml/2006/main">
              <a:ext uri="{FF2B5EF4-FFF2-40B4-BE49-F238E27FC236}">
                <a16:creationId xmlns:a16="http://schemas.microsoft.com/office/drawing/2014/main" id="{24225BB9-0081-457F-BD79-CDFF90CC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F476219A-E146-4607-8007-F7E202F1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5"/>
          </a:solidFill>
          <a:ln xmlns:a="http://schemas.openxmlformats.org/drawingml/2006/main" w="0">
            <a:noFill/>
          </a:ln>
        </p:spPr>
      </p:sp>
      <p:sp>
        <p:nvSpPr>
          <p:cNvPr id="10" name="章节序号_1">
            <a:extLst xmlns:a="http://schemas.openxmlformats.org/drawingml/2006/main">
              <a:ext uri="{FF2B5EF4-FFF2-40B4-BE49-F238E27FC236}">
                <a16:creationId xmlns:a16="http://schemas.microsoft.com/office/drawing/2014/main" id="{D61396FA-7C53-4C5B-B2E3-04B70DCB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章节标题_1">
            <a:extLst xmlns:a="http://schemas.openxmlformats.org/drawingml/2006/main">
              <a:ext uri="{FF2B5EF4-FFF2-40B4-BE49-F238E27FC236}">
                <a16:creationId xmlns:a16="http://schemas.microsoft.com/office/drawing/2014/main" id="{1044B24D-9598-4A3E-8211-8B759CB6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3847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2" name="分隔线">
            <a:extLst xmlns:a="http://schemas.openxmlformats.org/drawingml/2006/main">
              <a:ext uri="{FF2B5EF4-FFF2-40B4-BE49-F238E27FC236}">
                <a16:creationId xmlns:a16="http://schemas.microsoft.com/office/drawing/2014/main" id="{AD9F844D-6806-40E7-ABAF-0B3745BD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81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5"/>
          </a:solidFill>
          <a:ln xmlns:a="http://schemas.openxmlformats.org/drawingml/2006/main" w="0">
            <a:noFill/>
          </a:ln>
        </p:spPr>
      </p:sp>
      <p:sp>
        <p:nvSpPr>
          <p:cNvPr id="13" name="章节序号_2">
            <a:extLst xmlns:a="http://schemas.openxmlformats.org/drawingml/2006/main">
              <a:ext uri="{FF2B5EF4-FFF2-40B4-BE49-F238E27FC236}">
                <a16:creationId xmlns:a16="http://schemas.microsoft.com/office/drawing/2014/main" id="{C4DD1626-63D4-425F-9F70-350C231E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章节标题_2">
            <a:extLst xmlns:a="http://schemas.openxmlformats.org/drawingml/2006/main">
              <a:ext uri="{FF2B5EF4-FFF2-40B4-BE49-F238E27FC236}">
                <a16:creationId xmlns:a16="http://schemas.microsoft.com/office/drawing/2014/main" id="{B4ADE1DD-0155-4E32-9428-AC97F14A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0050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实施安排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612C1A42-610F-41C1-8EF8-20690380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5"/>
          </a:solidFill>
          <a:ln xmlns:a="http://schemas.openxmlformats.org/drawingml/2006/main" w="0">
            <a:noFill/>
          </a:ln>
        </p:spPr>
      </p:sp>
      <p:sp>
        <p:nvSpPr>
          <p:cNvPr id="16" name="章节序号_3">
            <a:extLst xmlns:a="http://schemas.openxmlformats.org/drawingml/2006/main">
              <a:ext uri="{FF2B5EF4-FFF2-40B4-BE49-F238E27FC236}">
                <a16:creationId xmlns:a16="http://schemas.microsoft.com/office/drawing/2014/main" id="{35B201DA-63AF-46DE-AD81-D7D5FE8B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章节标题_3">
            <a:extLst xmlns:a="http://schemas.openxmlformats.org/drawingml/2006/main">
              <a:ext uri="{FF2B5EF4-FFF2-40B4-BE49-F238E27FC236}">
                <a16:creationId xmlns:a16="http://schemas.microsoft.com/office/drawing/2014/main" id="{F9508BF0-304D-47CA-B857-89455B86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6252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风险保障</a:t>
            </a:r>
          </a:p>
        </p:txBody>
      </p:sp>
    </p:spTree>
    <p:extLst>
      <p:ext uri="{BB962C8B-B14F-4D97-AF65-F5344CB8AC3E}">
        <p14:creationId xmlns:p14="http://schemas.microsoft.com/office/powerpoint/2010/main" val="713220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A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章节编号">
            <a:extLst xmlns:a="http://schemas.openxmlformats.org/drawingml/2006/main">
              <a:ext uri="{FF2B5EF4-FFF2-40B4-BE49-F238E27FC236}">
                <a16:creationId xmlns:a16="http://schemas.microsoft.com/office/drawing/2014/main" id="{6D2BC4DE-C2BD-4C4A-9500-5C2522AA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00E3E339-7FAA-40D2-B639-6A79AEB6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方案设计与实施路径</a:t>
            </a:r>
          </a:p>
        </p:txBody>
      </p:sp>
      <p:sp>
        <p:nvSpPr>
          <p:cNvPr id="3" name="章节摘要">
            <a:extLst xmlns:a="http://schemas.openxmlformats.org/drawingml/2006/main">
              <a:ext uri="{FF2B5EF4-FFF2-40B4-BE49-F238E27FC236}">
                <a16:creationId xmlns:a16="http://schemas.microsoft.com/office/drawing/2014/main" id="{90B43AE5-3A88-4C5A-9ADE-34C579C0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填写本章节的核心内容与讨论范围</a:t>
            </a:r>
          </a:p>
        </p:txBody>
      </p:sp>
      <p:sp>
        <p:nvSpPr>
          <p:cNvPr id="4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DB0C695C-F047-44EA-BB70-F1AF0E27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组织名称 / 章节过渡页</a:t>
            </a:r>
          </a:p>
        </p:txBody>
      </p:sp>
    </p:spTree>
    <p:extLst>
      <p:ext uri="{BB962C8B-B14F-4D97-AF65-F5344CB8AC3E}">
        <p14:creationId xmlns:p14="http://schemas.microsoft.com/office/powerpoint/2010/main" val="8378804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E7C65865-BE12-4114-A049-662289CC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3BD29F89-1392-4207-8E54-158531FF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9367D84D-54C0-4422-B2D5-54999969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项目目标与交付边界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517D8436-108A-49E3-888A-8AF5C841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A6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B9C0BF24-C730-45BF-BD8E-36F6223C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9AD62688-EE1B-4B23-B9F9-71D19916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双栏内容页</a:t>
            </a:r>
          </a:p>
        </p:txBody>
      </p:sp>
      <p:sp>
        <p:nvSpPr>
          <p:cNvPr id="7" name="左栏标题">
            <a:extLst xmlns:a="http://schemas.openxmlformats.org/drawingml/2006/main">
              <a:ext uri="{FF2B5EF4-FFF2-40B4-BE49-F238E27FC236}">
                <a16:creationId xmlns:a16="http://schemas.microsoft.com/office/drawing/2014/main" id="{4E840421-F4F8-4085-8688-7CB95100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8" name="右栏标题">
            <a:extLst xmlns:a="http://schemas.openxmlformats.org/drawingml/2006/main">
              <a:ext uri="{FF2B5EF4-FFF2-40B4-BE49-F238E27FC236}">
                <a16:creationId xmlns:a16="http://schemas.microsoft.com/office/drawing/2014/main" id="{A09702D3-0BE9-42A1-BF0F-43A77A92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交付范围</a:t>
            </a:r>
          </a:p>
        </p:txBody>
      </p:sp>
      <p:sp>
        <p:nvSpPr>
          <p:cNvPr id="9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88F92E4B-FDE3-4D72-B868-2AEEC7CF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FC369E59-A2CF-439F-893C-272DF366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期望解决的业务问题</a:t>
            </a:r>
          </a:p>
        </p:txBody>
      </p:sp>
      <p:sp>
        <p:nvSpPr>
          <p:cNvPr id="11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F8301D12-F053-4B81-BA27-7F2CDB6F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6332986A-6B42-4AB3-A788-9BE6400D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项目成功的衡量标准</a:t>
            </a:r>
          </a:p>
        </p:txBody>
      </p:sp>
      <p:sp>
        <p:nvSpPr>
          <p:cNvPr id="13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E8FC9070-A493-48FA-B83F-F78CD395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AFFE175F-48B6-409B-9C77-BE914442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主要相关方与使用场景</a:t>
            </a:r>
          </a:p>
        </p:txBody>
      </p:sp>
      <p:sp>
        <p:nvSpPr>
          <p:cNvPr id="15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06059962-C9AA-4D9D-ADB0-5088BF19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BC28FE23-7D32-4E78-BE28-EF146551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本期包含的交付成果</a:t>
            </a:r>
          </a:p>
        </p:txBody>
      </p:sp>
      <p:sp>
        <p:nvSpPr>
          <p:cNvPr id="17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02BC94A8-9499-47B2-B688-186B4B6E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594F4DEF-CCDA-442B-872E-DCB2AC4A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不包含的事项与边界</a:t>
            </a:r>
          </a:p>
        </p:txBody>
      </p:sp>
      <p:sp>
        <p:nvSpPr>
          <p:cNvPr id="19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1AFE1395-609E-437B-8DFF-22D9BF8D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5C8C8B54-4898-48B7-BB55-BD2573BD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前置条件与协作要求</a:t>
            </a:r>
          </a:p>
        </p:txBody>
      </p:sp>
    </p:spTree>
    <p:extLst>
      <p:ext uri="{BB962C8B-B14F-4D97-AF65-F5344CB8AC3E}">
        <p14:creationId xmlns:p14="http://schemas.microsoft.com/office/powerpoint/2010/main" val="15550302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05935F09-E1D0-4D0F-8506-C4EB06CB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CD1338B4-EC06-432C-BE64-5BFA40D8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0883C80E-A2A5-487D-A120-93D7D1B7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阶段资源投入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C325C631-D109-4408-B979-5B653F92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A6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AAB1E78B-34F1-49AD-B3CF-B7EB88F4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671D7D41-27E1-4919-8A27-938562B2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原生图表页</a:t>
            </a:r>
          </a:p>
        </p:txBody>
      </p:sp>
      <p:sp>
        <p:nvSpPr>
          <p:cNvPr id="7" name="数据声明">
            <a:extLst xmlns:a="http://schemas.openxmlformats.org/drawingml/2006/main">
              <a:ext uri="{FF2B5EF4-FFF2-40B4-BE49-F238E27FC236}">
                <a16:creationId xmlns:a16="http://schemas.microsoft.com/office/drawing/2014/main" id="{1A8F4FCA-F19E-42A1-A962-17C610D9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71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示例数据，非真实业务结果；单位：示例值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76581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65c960f8334680"/>
          </a:graphicData>
        </a:graphic>
      </p:graphicFrame>
      <p:sp>
        <p:nvSpPr>
          <p:cNvPr id="9" name="结论标题">
            <a:extLst xmlns:a="http://schemas.openxmlformats.org/drawingml/2006/main">
              <a:ext uri="{FF2B5EF4-FFF2-40B4-BE49-F238E27FC236}">
                <a16:creationId xmlns:a16="http://schemas.microsoft.com/office/drawing/2014/main" id="{C1AA04A5-7002-4646-86C3-CA94E7F0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717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分析结论</a:t>
            </a:r>
          </a:p>
        </p:txBody>
      </p:sp>
      <p:sp>
        <p:nvSpPr>
          <p:cNvPr id="10" name="结论正文">
            <a:extLst xmlns:a="http://schemas.openxmlformats.org/drawingml/2006/main">
              <a:ext uri="{FF2B5EF4-FFF2-40B4-BE49-F238E27FC236}">
                <a16:creationId xmlns:a16="http://schemas.microsoft.com/office/drawing/2014/main" id="{774C1C5E-2093-4833-8C21-08399411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38500"/>
            <a:ext cx="2647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填写变化趋势</a:t>
            </a:r>
          </a:p>
          <a:p xmlns:a="http://schemas.openxmlformats.org/drawingml/2006/main">
            <a:pPr>
              <a:defRPr sz="2025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解释主要原因</a:t>
            </a:r>
          </a:p>
          <a:p xmlns:a="http://schemas.openxmlformats.org/drawingml/2006/main">
            <a:pPr>
              <a:defRPr sz="2025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说明业务影响</a:t>
            </a:r>
          </a:p>
        </p:txBody>
      </p:sp>
      <p:sp>
        <p:nvSpPr>
          <p:cNvPr id="11" name="来源标注">
            <a:extLst xmlns:a="http://schemas.openxmlformats.org/drawingml/2006/main">
              <a:ext uri="{FF2B5EF4-FFF2-40B4-BE49-F238E27FC236}">
                <a16:creationId xmlns:a16="http://schemas.microsoft.com/office/drawing/2014/main" id="{2092B3D4-87F3-4BCE-B5FB-CBCAD703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38775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数据来源：待填写</a:t>
            </a:r>
          </a:p>
        </p:txBody>
      </p:sp>
    </p:spTree>
    <p:extLst>
      <p:ext uri="{BB962C8B-B14F-4D97-AF65-F5344CB8AC3E}">
        <p14:creationId xmlns:p14="http://schemas.microsoft.com/office/powerpoint/2010/main" val="9076947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C4943EEF-20CF-42A6-865B-25F9E37F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A51628A7-BD72-4D74-82E5-853B791A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B912C170-AE3E-4FD1-B0DF-E15367AD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实施里程碑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4A006503-5B3C-4A46-ADA1-36AF4E1A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A6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E867278E-2487-4823-A610-61D16EB2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2BED6B03-F35B-4F88-8CEB-46666084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原生表格页</a:t>
            </a:r>
          </a:p>
        </p:txBody>
      </p:sp>
      <p:sp>
        <p:nvSpPr>
          <p:cNvPr id="7" name="表格摘要">
            <a:extLst xmlns:a="http://schemas.openxmlformats.org/drawingml/2006/main">
              <a:ext uri="{FF2B5EF4-FFF2-40B4-BE49-F238E27FC236}">
                <a16:creationId xmlns:a16="http://schemas.microsoft.com/office/drawing/2014/main" id="{C028F558-30A0-4B72-8DD0-EDE24FC7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填写本页计划、清单或对照关系的说明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619500"/>
                <a:gridCol w="2095500"/>
                <a:gridCol w="3009900"/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>
                    <a:solidFill>
                      <a:srgbClr val="183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主要交付</a:t>
                      </a:r>
                    </a:p>
                  </a:txBody>
                  <a:tcPr marL="91440" marR="91440" marT="45720" marB="45720">
                    <a:solidFill>
                      <a:srgbClr val="183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责任人</a:t>
                      </a:r>
                    </a:p>
                  </a:txBody>
                  <a:tcPr marL="91440" marR="91440" marT="45720" marB="45720">
                    <a:solidFill>
                      <a:srgbClr val="183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验收标准</a:t>
                      </a:r>
                    </a:p>
                  </a:txBody>
                  <a:tcPr marL="91440" marR="91440" marT="45720" marB="45720">
                    <a:solidFill>
                      <a:srgbClr val="183C3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调研阶段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需求清单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范围确认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实施阶段</a:t>
                      </a:r>
                    </a:p>
                  </a:txBody>
                  <a:tcPr marL="91440" marR="91440" marT="45720" marB="45720">
                    <a:solidFill>
                      <a:srgbClr val="FAF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阶段成果</a:t>
                      </a:r>
                    </a:p>
                  </a:txBody>
                  <a:tcPr marL="91440" marR="91440" marT="45720" marB="45720">
                    <a:solidFill>
                      <a:srgbClr val="FAF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FAF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指标达标</a:t>
                      </a:r>
                    </a:p>
                  </a:txBody>
                  <a:tcPr marL="91440" marR="91440" marT="45720" marB="45720">
                    <a:solidFill>
                      <a:srgbClr val="FAFB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验收阶段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交付文档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验收签字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</a:tr>
            </a:tbl>
          </a:graphicData>
        </a:graphic>
      </p:graphicFrame>
      <p:sp>
        <p:nvSpPr>
          <p:cNvPr id="9" name="补充说明">
            <a:extLst xmlns:a="http://schemas.openxmlformats.org/drawingml/2006/main">
              <a:ext uri="{FF2B5EF4-FFF2-40B4-BE49-F238E27FC236}">
                <a16:creationId xmlns:a16="http://schemas.microsoft.com/office/drawing/2014/main" id="{14A06F60-EF99-4831-8384-C74BEB59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补充说明：填写相关约束、依赖条件或更新日期</a:t>
            </a:r>
          </a:p>
        </p:txBody>
      </p:sp>
    </p:spTree>
    <p:extLst>
      <p:ext uri="{BB962C8B-B14F-4D97-AF65-F5344CB8AC3E}">
        <p14:creationId xmlns:p14="http://schemas.microsoft.com/office/powerpoint/2010/main" val="5846606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675D55C3-BF51-4BB0-93EA-78DA7F50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23E56725-FE9D-4276-B222-4F83BE9A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70702087-C68B-43BD-BBA7-C707A10C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方案场景说明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82A39123-4E6E-4611-9147-58094D1C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A6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E9ED12DC-7F7F-405B-A7A5-A0F75AD1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41031AC7-F01F-429F-BCA5-2753FDB4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图文内容页</a:t>
            </a:r>
          </a:p>
        </p:txBody>
      </p:sp>
      <p:sp>
        <p:nvSpPr>
          <p:cNvPr id="7" name="可替换图片_横向">
            <a:extLst xmlns:a="http://schemas.openxmlformats.org/drawingml/2006/main">
              <a:ext uri="{FF2B5EF4-FFF2-40B4-BE49-F238E27FC236}">
                <a16:creationId xmlns:a16="http://schemas.microsoft.com/office/drawing/2014/main" id="{5B0B42D5-3E55-44AA-B746-546CE5FF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655320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5"/>
          </a:solidFill>
          <a:ln xmlns:a="http://schemas.openxmlformats.org/drawingml/2006/main" w="9525">
            <a:solidFill>
              <a:srgbClr val="6C7A70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  <a:p xmlns:a="http://schemas.openxmlformats.org/drawingml/2006/main">
            <a:pPr algn="ctr">
              <a:defRPr sz="210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现场照片 / 方案示意</a:t>
            </a:r>
          </a:p>
        </p:txBody>
      </p:sp>
      <p:sp>
        <p:nvSpPr>
          <p:cNvPr id="8" name="图文小标题">
            <a:extLst xmlns:a="http://schemas.openxmlformats.org/drawingml/2006/main">
              <a:ext uri="{FF2B5EF4-FFF2-40B4-BE49-F238E27FC236}">
                <a16:creationId xmlns:a16="http://schemas.microsoft.com/office/drawing/2014/main" id="{89107F45-9390-4BD3-9F59-43DF456B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209800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案例 / 场景名称</a:t>
            </a:r>
          </a:p>
        </p:txBody>
      </p:sp>
      <p:sp>
        <p:nvSpPr>
          <p:cNvPr id="9" name="场景描述">
            <a:extLst xmlns:a="http://schemas.openxmlformats.org/drawingml/2006/main">
              <a:ext uri="{FF2B5EF4-FFF2-40B4-BE49-F238E27FC236}">
                <a16:creationId xmlns:a16="http://schemas.microsoft.com/office/drawing/2014/main" id="{3A80CDCA-D546-418E-9F17-BE795887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86100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填写场景背景</a:t>
            </a:r>
          </a:p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说明对象与关键过程</a:t>
            </a:r>
          </a:p>
        </p:txBody>
      </p:sp>
      <p:sp>
        <p:nvSpPr>
          <p:cNvPr id="10" name="场景价值">
            <a:extLst xmlns:a="http://schemas.openxmlformats.org/drawingml/2006/main">
              <a:ext uri="{FF2B5EF4-FFF2-40B4-BE49-F238E27FC236}">
                <a16:creationId xmlns:a16="http://schemas.microsoft.com/office/drawing/2014/main" id="{506482D7-67CD-472B-B4F2-A1EB4247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86275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填写成果价值</a:t>
            </a:r>
          </a:p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说明需要强调的细节</a:t>
            </a:r>
          </a:p>
        </p:txBody>
      </p:sp>
    </p:spTree>
    <p:extLst>
      <p:ext uri="{BB962C8B-B14F-4D97-AF65-F5344CB8AC3E}">
        <p14:creationId xmlns:p14="http://schemas.microsoft.com/office/powerpoint/2010/main" val="12513455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83C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结束标题">
            <a:extLst xmlns:a="http://schemas.openxmlformats.org/drawingml/2006/main">
              <a:ext uri="{FF2B5EF4-FFF2-40B4-BE49-F238E27FC236}">
                <a16:creationId xmlns:a16="http://schemas.microsoft.com/office/drawing/2014/main" id="{05390935-D832-4513-9720-B1A5ABED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801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实施准备事项</a:t>
            </a:r>
          </a:p>
        </p:txBody>
      </p:sp>
      <p:sp>
        <p:nvSpPr>
          <p:cNvPr id="2" name="结束摘要">
            <a:extLst xmlns:a="http://schemas.openxmlformats.org/drawingml/2006/main">
              <a:ext uri="{FF2B5EF4-FFF2-40B4-BE49-F238E27FC236}">
                <a16:creationId xmlns:a16="http://schemas.microsoft.com/office/drawing/2014/main" id="{411B6804-9C59-4AD2-9A9E-42215A3D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062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范围确认 · 资源到位 · 时间安排</a:t>
            </a:r>
          </a:p>
        </p:txBody>
      </p:sp>
      <p:sp>
        <p:nvSpPr>
          <p:cNvPr id="3" name="下一步说明">
            <a:extLst xmlns:a="http://schemas.openxmlformats.org/drawingml/2006/main">
              <a:ext uri="{FF2B5EF4-FFF2-40B4-BE49-F238E27FC236}">
                <a16:creationId xmlns:a16="http://schemas.microsoft.com/office/drawing/2014/main" id="{61C1F066-13A3-4FE8-8A33-E87FB597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填写最重要的下一步安排</a:t>
            </a:r>
          </a:p>
        </p:txBody>
      </p:sp>
      <p:sp>
        <p:nvSpPr>
          <p:cNvPr id="4" name="联系信息">
            <a:extLst xmlns:a="http://schemas.openxmlformats.org/drawingml/2006/main">
              <a:ext uri="{FF2B5EF4-FFF2-40B4-BE49-F238E27FC236}">
                <a16:creationId xmlns:a16="http://schemas.microsoft.com/office/drawing/2014/main" id="{3B6AB289-2F52-42E5-9E74-20BAF0F3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联系人 / 部门 / 联系方式</a:t>
            </a:r>
          </a:p>
        </p:txBody>
      </p:sp>
    </p:spTree>
    <p:extLst>
      <p:ext uri="{BB962C8B-B14F-4D97-AF65-F5344CB8AC3E}">
        <p14:creationId xmlns:p14="http://schemas.microsoft.com/office/powerpoint/2010/main" val="906101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2026-09-09T09:59:53.6080000Z</dcterms:created>
  <dcterms:modified xsi:type="dcterms:W3CDTF">2026-09-09T09:59:53.6080000Z</dcterms:modified>
</coreProperties>
</file>