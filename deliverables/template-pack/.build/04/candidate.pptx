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b4737292e4d4f" /><Relationship Type="http://schemas.openxmlformats.org/officeDocument/2006/relationships/extended-properties" Target="/docProps/app.xml" Id="R8a356a69431248f6" /><Relationship Type="http://schemas.openxmlformats.org/officeDocument/2006/relationships/officeDocument" Target="/ppt/presentation.xml" Id="R5ce33fc6578c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bd77741fb4e86"/>
  </p:sldMasterIdLst>
  <p:notesMasterIdLst>
    <p:notesMasterId xmlns:r="http://schemas.openxmlformats.org/officeDocument/2006/relationships" r:id="R601317afcb67400a"/>
  </p:notesMasterIdLst>
  <p:sldIdLst>
    <p:sldId xmlns:r="http://schemas.openxmlformats.org/officeDocument/2006/relationships" id="256" r:id="Rb3a10fdb19444962"/>
    <p:sldId xmlns:r="http://schemas.openxmlformats.org/officeDocument/2006/relationships" id="257" r:id="R79eb0d180ec64a99"/>
    <p:sldId xmlns:r="http://schemas.openxmlformats.org/officeDocument/2006/relationships" id="258" r:id="R00b6d966d63940da"/>
    <p:sldId xmlns:r="http://schemas.openxmlformats.org/officeDocument/2006/relationships" id="259" r:id="R0f55f5b569af47df"/>
    <p:sldId xmlns:r="http://schemas.openxmlformats.org/officeDocument/2006/relationships" id="260" r:id="R185ff2aed34041c5"/>
    <p:sldId xmlns:r="http://schemas.openxmlformats.org/officeDocument/2006/relationships" id="261" r:id="Rcde4afddbb714109"/>
    <p:sldId xmlns:r="http://schemas.openxmlformats.org/officeDocument/2006/relationships" id="262" r:id="R28dc1b2fe7d24406"/>
    <p:sldId xmlns:r="http://schemas.openxmlformats.org/officeDocument/2006/relationships" id="263" r:id="Rd6c16d86e9ee4c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8ce6b3c8343a9" /><Relationship Type="http://schemas.openxmlformats.org/officeDocument/2006/relationships/slideMaster" Target="/ppt/slideMasters/slideMaster1.xml" Id="Rdabbd77741fb4e86" /><Relationship Type="http://schemas.openxmlformats.org/officeDocument/2006/relationships/notesMaster" Target="/ppt/notesMasters/notesMaster1.xml" Id="R601317afcb67400a" /><Relationship Type="http://schemas.openxmlformats.org/officeDocument/2006/relationships/presProps" Target="/ppt/presProps.xml" Id="Rf6656f87d6ee4d0c" /><Relationship Type="http://schemas.openxmlformats.org/officeDocument/2006/relationships/tableStyles" Target="/ppt/tableStyles.xml" Id="R259fb38524cc4899" /><Relationship Type="http://schemas.openxmlformats.org/officeDocument/2006/relationships/slide" Target="/ppt/slides/slide1.xml" Id="Rb3a10fdb19444962" /><Relationship Type="http://schemas.openxmlformats.org/officeDocument/2006/relationships/slide" Target="/ppt/slides/slide2.xml" Id="R79eb0d180ec64a99" /><Relationship Type="http://schemas.openxmlformats.org/officeDocument/2006/relationships/slide" Target="/ppt/slides/slide3.xml" Id="R00b6d966d63940da" /><Relationship Type="http://schemas.openxmlformats.org/officeDocument/2006/relationships/slide" Target="/ppt/slides/slide4.xml" Id="R0f55f5b569af47df" /><Relationship Type="http://schemas.openxmlformats.org/officeDocument/2006/relationships/slide" Target="/ppt/slides/slide5.xml" Id="R185ff2aed34041c5" /><Relationship Type="http://schemas.openxmlformats.org/officeDocument/2006/relationships/slide" Target="/ppt/slides/slide6.xml" Id="Rcde4afddbb714109" /><Relationship Type="http://schemas.openxmlformats.org/officeDocument/2006/relationships/slide" Target="/ppt/slides/slide7.xml" Id="R28dc1b2fe7d24406" /><Relationship Type="http://schemas.openxmlformats.org/officeDocument/2006/relationships/slide" Target="/ppt/slides/slide8.xml" Id="Rd6c16d86e9ee4c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d201d4a59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0432d9aba4fdd" /><Relationship Type="http://schemas.openxmlformats.org/officeDocument/2006/relationships/notesMaster" Target="/ppt/notesMasters/notesMaster1.xml" Id="R69b31e365826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e95f78e91447e" /><Relationship Type="http://schemas.openxmlformats.org/officeDocument/2006/relationships/notesMaster" Target="/ppt/notesMasters/notesMaster1.xml" Id="Rc02e56d7b6f5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4eb0c88b74e95" /><Relationship Type="http://schemas.openxmlformats.org/officeDocument/2006/relationships/notesMaster" Target="/ppt/notesMasters/notesMaster1.xml" Id="R7bc3b02452f042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e47ddbabc4b60" /><Relationship Type="http://schemas.openxmlformats.org/officeDocument/2006/relationships/notesMaster" Target="/ppt/notesMasters/notesMaster1.xml" Id="R5c2e8ab93b6c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24cf1d6fd54ba7" /><Relationship Type="http://schemas.openxmlformats.org/officeDocument/2006/relationships/notesMaster" Target="/ppt/notesMasters/notesMaster1.xml" Id="R45f90a07e1f3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ffdf9f1344d7a" /><Relationship Type="http://schemas.openxmlformats.org/officeDocument/2006/relationships/notesMaster" Target="/ppt/notesMasters/notesMaster1.xml" Id="R7714b99c692b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ba7dc9c534c3f" /><Relationship Type="http://schemas.openxmlformats.org/officeDocument/2006/relationships/notesMaster" Target="/ppt/notesMasters/notesMaster1.xml" Id="Re04f0d0b0a2d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aa838fc63441c" /><Relationship Type="http://schemas.openxmlformats.org/officeDocument/2006/relationships/notesMaster" Target="/ppt/notesMasters/notesMaster1.xml" Id="Rf4fd1b655a97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6198cecd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eee197e9f74b03" /><Relationship Type="http://schemas.openxmlformats.org/officeDocument/2006/relationships/slideLayout" Target="/ppt/slideLayouts/slideLayout1.xml" Id="R8a5215682c8c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215682c8c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a4bfb83749b4" /><Relationship Type="http://schemas.openxmlformats.org/officeDocument/2006/relationships/notesSlide" Target="/ppt/notesSlides/notesSlide1.xml" Id="Rbf5441ec4a1c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ffe9107e493a" /><Relationship Type="http://schemas.openxmlformats.org/officeDocument/2006/relationships/notesSlide" Target="/ppt/notesSlides/notesSlide2.xml" Id="Rf35e1aafd04e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7d3b4d2e4a83" /><Relationship Type="http://schemas.openxmlformats.org/officeDocument/2006/relationships/notesSlide" Target="/ppt/notesSlides/notesSlide3.xml" Id="R2d7069fe50cd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60fa8df84614" /><Relationship Type="http://schemas.openxmlformats.org/officeDocument/2006/relationships/notesSlide" Target="/ppt/notesSlides/notesSlide4.xml" Id="R135158e01b42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8e33245ab4d21" /><Relationship Type="http://schemas.openxmlformats.org/officeDocument/2006/relationships/chart" Target="/ppt/slides/charts/chart1.xml" Id="R700c4324f2484f51" /><Relationship Type="http://schemas.openxmlformats.org/officeDocument/2006/relationships/notesSlide" Target="/ppt/notesSlides/notesSlide5.xml" Id="Rd2343fca4e04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bf77edc34e53" /><Relationship Type="http://schemas.openxmlformats.org/officeDocument/2006/relationships/notesSlide" Target="/ppt/notesSlides/notesSlide6.xml" Id="R435ae743ad1e4c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713518174667" /><Relationship Type="http://schemas.openxmlformats.org/officeDocument/2006/relationships/notesSlide" Target="/ppt/notesSlides/notesSlide7.xml" Id="R83ee29dcf6eb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f1ae80154d92" /><Relationship Type="http://schemas.openxmlformats.org/officeDocument/2006/relationships/notesSlide" Target="/ppt/notesSlides/notesSlide8.xml" Id="Rd2145c93bafc4c8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示例得分</c:v>
          </c:tx>
          <c:spPr>
            <a:solidFill xmlns:a="http://schemas.openxmlformats.org/drawingml/2006/main">
              <a:srgbClr val="C66A2D"/>
            </a:solidFill>
            <a:ln xmlns:a="http://schemas.openxmlformats.org/drawingml/2006/main" w="28575">
              <a:solidFill>
                <a:srgbClr val="C66A2D"/>
              </a:solidFill>
            </a:ln>
          </c:spPr>
          <c:cat>
            <c:strLit>
              <c:ptCount val="4"/>
              <c:pt idx="0">
                <c:v>练习一</c:v>
              </c:pt>
              <c:pt idx="1">
                <c:v>练习二</c:v>
              </c:pt>
              <c:pt idx="2">
                <c:v>练习三</c:v>
              </c:pt>
              <c:pt idx="3">
                <c:v>练习四</c:v>
              </c:pt>
            </c:strLit>
          </c:cat>
          <c:val>
            <c:numLit>
              <c:formatCode>0</c:formatCode>
              <c:ptCount val="4"/>
              <c:pt idx="0">
                <c:v>65</c:v>
              </c:pt>
              <c:pt idx="1">
                <c:v>80</c:v>
              </c:pt>
              <c:pt idx="2">
                <c:v>72</c:v>
              </c:pt>
              <c:pt idx="3">
                <c:v>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9342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5A39EC3-9B72-47C3-837B-A5AD7161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E8D6C23C-B8AE-46F3-9C36-760090B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LEARNING SESSION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FA1EB0CD-A3F1-4070-81B0-DD64EEB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主题培训课程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D63772F8-EF5F-4DCE-8BB3-1C87AD7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课程主题 / 适用学员 / 授课人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7928CB13-C6D0-41D7-9906-D61DCD3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BEEA91DB-44CD-4DD7-A8D2-6E35B5C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04</a:t>
            </a:r>
          </a:p>
        </p:txBody>
      </p:sp>
    </p:spTree>
    <p:extLst>
      <p:ext uri="{BB962C8B-B14F-4D97-AF65-F5344CB8AC3E}">
        <p14:creationId xmlns:p14="http://schemas.microsoft.com/office/powerpoint/2010/main" val="1584283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13EFB1A-FE6A-4680-A0D4-45ABE11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F84352DB-6B69-4EAE-B98C-136BB84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1E04BE-F5A6-4CA7-88CF-135A2E82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0F14CE-88CA-4702-BAA3-1B6A060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848CE5D-261B-4A85-8C63-BB24D45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796C2722-6B8E-4228-8139-EB0D228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641CCA00-1AAF-46C4-8185-93D4FC5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DA1898A5-B2A0-4677-AA2D-5575531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84FA4FC-F007-4D26-843C-31C7FDA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7E6FBE8D-1725-4149-8236-7FC3C85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CAF9AF3-4421-4B18-8A5C-C9B7F13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F9CF4F25-0BFC-4D6B-A6D5-5DB340A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60E55B6A-67E5-45E6-9981-3034590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23E3041A-461E-4BEF-AE5F-D769911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案例练习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EBA00F61-31D4-41A1-839D-13FF4FF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26CF841-DBDD-45D2-878C-988548F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BB349EA3-7809-4345-89F4-EFA336D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课后应用</a:t>
            </a:r>
          </a:p>
        </p:txBody>
      </p:sp>
    </p:spTree>
    <p:extLst>
      <p:ext uri="{BB962C8B-B14F-4D97-AF65-F5344CB8AC3E}">
        <p14:creationId xmlns:p14="http://schemas.microsoft.com/office/powerpoint/2010/main" val="1092039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D4A06751-CCB9-48FF-A475-29860BA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684A202F-2A82-4D05-AE0C-B028316E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核心知识与实践方法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36D20E9F-B43B-4796-8765-8487A2A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32A35AB-4303-450D-8813-4462FE63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00743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3DB8DC6-F606-4F34-AE50-5BC40CE8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D85B79-6776-4909-A26D-F6580BF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0DAF43-4D86-438D-B029-2404A8A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关键概念与实际应用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B3361-7719-4F80-8C76-A730CD0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B21F4BF-88C3-4896-ABA8-A27BB24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80EF720B-07BE-45AF-99C8-CF8AF8D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26914BAF-F7EB-4312-A4C9-14BC5AB0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知识要点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6C64C7B7-94CF-4185-A256-BFB3135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应用提示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363F938-B1D5-4C94-8F1C-6D7B3E4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2179EAA0-7A6C-4994-8E57-6F25FE1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用一句话解释核心概念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DACE851-AB79-437D-BC35-7CE9F16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0563ECAE-FE6B-414F-94D9-7C97CFF1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理解概念所需的背景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0A12E826-2BC4-475B-A760-B30D43E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4972E66-1312-4711-B9DC-19548BA6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概念的适用条件与边界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212D55F-96D5-42E9-B115-02D5035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16DBCEE-9FBB-484C-8FFA-24C6BF0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工作中何时使用这一方法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C97C4-7931-4C54-AEB6-797E4E5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95562D91-E8A6-41A3-911A-754D341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一个贴近实际的使用案例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4461C6C-9804-43CA-A9D2-201B4A2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7E4BAB19-EB76-4B35-8BF6-7D6DA7A7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常见错误及纠正方式</a:t>
            </a:r>
          </a:p>
        </p:txBody>
      </p:sp>
    </p:spTree>
    <p:extLst>
      <p:ext uri="{BB962C8B-B14F-4D97-AF65-F5344CB8AC3E}">
        <p14:creationId xmlns:p14="http://schemas.microsoft.com/office/powerpoint/2010/main" val="16989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47A1871-3336-431D-9536-319B36C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807FBA0-95F1-46F9-9571-638D51E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EA83858-84B1-4F03-8FD0-23D4824A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练习结果分布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B48E59B-2E2B-49B8-98D5-3E9C1B2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FA54E17-1324-4C10-B52F-0B6FCDAC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EE67E10A-720B-4F2C-9D5C-7B7D41B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A5E21552-D239-446B-B289-BA7B15D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0c4324f2484f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1139C8A-E46F-46EA-872A-26A3462D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83FF0655-6945-4CFE-92C6-828B635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B120D4C-1F93-4C7A-BE5E-E4BB607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07867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FDD5220-2987-4B8F-AB81-00A2D75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2EE7FD7-237E-4AFC-9DB2-4C1BACF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C76FEF06-6B03-47E7-B76E-DE14B52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练习与反馈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DA6B78AA-E588-4E71-8645-BDF3A68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12ACE85-9283-4816-BD50-1A977F4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9C35492-EEB3-4A6B-8780-4CFA9F2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59A61837-17C3-4906-90DB-AD2B5C5C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练习任务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完成要求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检查标准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反馈记录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853DBC74-1FF0-4BF9-9B5A-D4CDF5BE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7439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00BB0EA-2866-4988-AAF1-A9204D33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E3B84DD-62BB-4F23-A959-6CAABBF2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EEC99FF5-22B8-44C3-86A8-00C67D61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操作示例与讲解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557C50-AA68-4474-B2E6-13FFBAE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DFB20BE-682C-4F12-83BF-429F262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C44BCA2A-262E-4D0D-9967-5058B95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D605D89C-9148-45A8-A2ED-D439588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9525">
            <a:solidFill>
              <a:srgbClr val="85756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操作截图 / 教学案例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F3E9950D-07FD-4704-BFD9-EBC2E851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86C006E6-1567-4C96-BADC-808F651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8BA859D5-10A6-41F5-9F1F-49014DCC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129578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F4A965F0-E338-4D22-8B01-C5E577A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课程回顾与练习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6BD8E39-E50F-4755-B9F6-E8B3592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关键知识 · 工作应用 · 课后任务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99400C20-CCDB-4A7C-9C0C-05DC42E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BCAC2FDC-815E-4F76-AB7D-FD8A824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753370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2026-09-09T10:00:05.2360000Z</dcterms:created>
  <dcterms:modified xsi:type="dcterms:W3CDTF">2026-09-09T10:00:05.2360000Z</dcterms:modified>
</coreProperties>
</file>