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609cd89c0e4c51" /><Relationship Type="http://schemas.openxmlformats.org/officeDocument/2006/relationships/extended-properties" Target="/docProps/app.xml" Id="R8feab06749e04c91" /><Relationship Type="http://schemas.openxmlformats.org/officeDocument/2006/relationships/officeDocument" Target="/ppt/presentation.xml" Id="R38f253929ec741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04729fb35b4288"/>
  </p:sldMasterIdLst>
  <p:notesMasterIdLst>
    <p:notesMasterId xmlns:r="http://schemas.openxmlformats.org/officeDocument/2006/relationships" r:id="Rf0070e49f18c4f43"/>
  </p:notesMasterIdLst>
  <p:sldIdLst>
    <p:sldId xmlns:r="http://schemas.openxmlformats.org/officeDocument/2006/relationships" id="256" r:id="R5949150f2322473a"/>
    <p:sldId xmlns:r="http://schemas.openxmlformats.org/officeDocument/2006/relationships" id="257" r:id="Rf54fe3551b164b5f"/>
    <p:sldId xmlns:r="http://schemas.openxmlformats.org/officeDocument/2006/relationships" id="258" r:id="Rc96925fd4add417f"/>
    <p:sldId xmlns:r="http://schemas.openxmlformats.org/officeDocument/2006/relationships" id="259" r:id="R3549926da47a4028"/>
    <p:sldId xmlns:r="http://schemas.openxmlformats.org/officeDocument/2006/relationships" id="260" r:id="R6ec1380b539f46df"/>
    <p:sldId xmlns:r="http://schemas.openxmlformats.org/officeDocument/2006/relationships" id="261" r:id="R2e6846a2fea7499d"/>
    <p:sldId xmlns:r="http://schemas.openxmlformats.org/officeDocument/2006/relationships" id="262" r:id="Rcfe611c75e224f3e"/>
    <p:sldId xmlns:r="http://schemas.openxmlformats.org/officeDocument/2006/relationships" id="263" r:id="R944fe7fd45fd45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b16d12942f4b94" /><Relationship Type="http://schemas.openxmlformats.org/officeDocument/2006/relationships/slideMaster" Target="/ppt/slideMasters/slideMaster1.xml" Id="R4d04729fb35b4288" /><Relationship Type="http://schemas.openxmlformats.org/officeDocument/2006/relationships/notesMaster" Target="/ppt/notesMasters/notesMaster1.xml" Id="Rf0070e49f18c4f43" /><Relationship Type="http://schemas.openxmlformats.org/officeDocument/2006/relationships/presProps" Target="/ppt/presProps.xml" Id="R1fbe9dfa95f64897" /><Relationship Type="http://schemas.openxmlformats.org/officeDocument/2006/relationships/tableStyles" Target="/ppt/tableStyles.xml" Id="R7dab3bee7de94a89" /><Relationship Type="http://schemas.openxmlformats.org/officeDocument/2006/relationships/slide" Target="/ppt/slides/slide1.xml" Id="R5949150f2322473a" /><Relationship Type="http://schemas.openxmlformats.org/officeDocument/2006/relationships/slide" Target="/ppt/slides/slide2.xml" Id="Rf54fe3551b164b5f" /><Relationship Type="http://schemas.openxmlformats.org/officeDocument/2006/relationships/slide" Target="/ppt/slides/slide3.xml" Id="Rc96925fd4add417f" /><Relationship Type="http://schemas.openxmlformats.org/officeDocument/2006/relationships/slide" Target="/ppt/slides/slide4.xml" Id="R3549926da47a4028" /><Relationship Type="http://schemas.openxmlformats.org/officeDocument/2006/relationships/slide" Target="/ppt/slides/slide5.xml" Id="R6ec1380b539f46df" /><Relationship Type="http://schemas.openxmlformats.org/officeDocument/2006/relationships/slide" Target="/ppt/slides/slide6.xml" Id="R2e6846a2fea7499d" /><Relationship Type="http://schemas.openxmlformats.org/officeDocument/2006/relationships/slide" Target="/ppt/slides/slide7.xml" Id="Rcfe611c75e224f3e" /><Relationship Type="http://schemas.openxmlformats.org/officeDocument/2006/relationships/slide" Target="/ppt/slides/slide8.xml" Id="R944fe7fd45fd45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fa8458639347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4044697dd74c5d" /><Relationship Type="http://schemas.openxmlformats.org/officeDocument/2006/relationships/notesMaster" Target="/ppt/notesMasters/notesMaster1.xml" Id="R6811dbf122854a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fe30e8e0d441b4" /><Relationship Type="http://schemas.openxmlformats.org/officeDocument/2006/relationships/notesMaster" Target="/ppt/notesMasters/notesMaster1.xml" Id="R549dd1aa1aed40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2129b6ab7a48fc" /><Relationship Type="http://schemas.openxmlformats.org/officeDocument/2006/relationships/notesMaster" Target="/ppt/notesMasters/notesMaster1.xml" Id="R351b7daa916b4c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c40be61204fdf" /><Relationship Type="http://schemas.openxmlformats.org/officeDocument/2006/relationships/notesMaster" Target="/ppt/notesMasters/notesMaster1.xml" Id="R1258017a85a74d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f684da6cb84862" /><Relationship Type="http://schemas.openxmlformats.org/officeDocument/2006/relationships/notesMaster" Target="/ppt/notesMasters/notesMaster1.xml" Id="Rac6e56a17bc54d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10c6ee9cf84ec7" /><Relationship Type="http://schemas.openxmlformats.org/officeDocument/2006/relationships/notesMaster" Target="/ppt/notesMasters/notesMaster1.xml" Id="R8a77447499c941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32753b99f54f80" /><Relationship Type="http://schemas.openxmlformats.org/officeDocument/2006/relationships/notesMaster" Target="/ppt/notesMasters/notesMaster1.xml" Id="Re15694937a2f44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0ac418df6e4356" /><Relationship Type="http://schemas.openxmlformats.org/officeDocument/2006/relationships/notesMaster" Target="/ppt/notesMasters/notesMaster1.xml" Id="Re3939065d66c47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3806f48f642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6238f6e28a4987" /><Relationship Type="http://schemas.openxmlformats.org/officeDocument/2006/relationships/slideLayout" Target="/ppt/slideLayouts/slideLayout1.xml" Id="R35f5db5df5f74b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f5db5df5f74b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0f76bf733490d" /><Relationship Type="http://schemas.openxmlformats.org/officeDocument/2006/relationships/notesSlide" Target="/ppt/notesSlides/notesSlide1.xml" Id="Ra9dfafab10e34d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24a2dc05c4146" /><Relationship Type="http://schemas.openxmlformats.org/officeDocument/2006/relationships/notesSlide" Target="/ppt/notesSlides/notesSlide2.xml" Id="Rabadeedf2b9e4b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2807236ae47ef" /><Relationship Type="http://schemas.openxmlformats.org/officeDocument/2006/relationships/notesSlide" Target="/ppt/notesSlides/notesSlide3.xml" Id="R9c419c9a80054f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413c585e446e2" /><Relationship Type="http://schemas.openxmlformats.org/officeDocument/2006/relationships/notesSlide" Target="/ppt/notesSlides/notesSlide4.xml" Id="Ra8c20c3223b844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0e3bac88e4a04" /><Relationship Type="http://schemas.openxmlformats.org/officeDocument/2006/relationships/chart" Target="/ppt/slides/charts/chart1.xml" Id="R9f6c0399389f4951" /><Relationship Type="http://schemas.openxmlformats.org/officeDocument/2006/relationships/notesSlide" Target="/ppt/notesSlides/notesSlide5.xml" Id="Raaaa7d1bd2934c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3ab694fab41ce" /><Relationship Type="http://schemas.openxmlformats.org/officeDocument/2006/relationships/notesSlide" Target="/ppt/notesSlides/notesSlide6.xml" Id="Rc49c5f32316247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cd232fae944db" /><Relationship Type="http://schemas.openxmlformats.org/officeDocument/2006/relationships/notesSlide" Target="/ppt/notesSlides/notesSlide7.xml" Id="R5e2520da35114d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336c1171d4db7" /><Relationship Type="http://schemas.openxmlformats.org/officeDocument/2006/relationships/notesSlide" Target="/ppt/notesSlides/notesSlide8.xml" Id="Rf0360f0e46ff4f1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示例完成量</c:v>
          </c:tx>
          <c:spPr>
            <a:solidFill xmlns:a="http://schemas.openxmlformats.org/drawingml/2006/main">
              <a:srgbClr val="AF4547"/>
            </a:solidFill>
            <a:ln xmlns:a="http://schemas.openxmlformats.org/drawingml/2006/main" w="28575">
              <a:solidFill>
                <a:srgbClr val="AF4547"/>
              </a:solidFill>
            </a:ln>
          </c:spPr>
          <c:cat>
            <c:strLit>
              <c:ptCount val="4"/>
              <c:pt idx="0">
                <c:v>任务一</c:v>
              </c:pt>
              <c:pt idx="1">
                <c:v>任务二</c:v>
              </c:pt>
              <c:pt idx="2">
                <c:v>任务三</c:v>
              </c:pt>
              <c:pt idx="3">
                <c:v>任务四</c:v>
              </c:pt>
            </c:strLit>
          </c:cat>
          <c:val>
            <c:numLit>
              <c:formatCode>0</c:formatCode>
              <c:ptCount val="4"/>
              <c:pt idx="0">
                <c:v>80</c:v>
              </c:pt>
              <c:pt idx="1">
                <c:v>60</c:v>
              </c:pt>
              <c:pt idx="2">
                <c:v>90</c:v>
              </c:pt>
              <c:pt idx="3">
                <c:v>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47292C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DFC"/>
        </a:solidFill>
      </c:spPr>
    </c:plotArea>
    <c:plotVisOnly val="1"/>
  </c:chart>
  <c:spPr>
    <a:solidFill xmlns:a="http://schemas.openxmlformats.org/drawingml/2006/main">
      <a:srgbClr val="FFFDFC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729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60F375E-EB02-4088-AB84-F61BA31B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5ECEC7BE-823B-47BF-8ABF-E1AAAA00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PERIOD REVIEW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10E86DDA-AF6C-437E-BDCA-F2EB7BCE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阶段工作总结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E25997CA-1F40-4756-B9D9-356A9B39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总结周期 / 所属部门 / 汇报人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E05CD140-1EAB-4A2F-843A-BDA583C9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CEFF575C-41A9-434E-81EF-5F354637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05</a:t>
            </a:r>
          </a:p>
        </p:txBody>
      </p:sp>
    </p:spTree>
    <p:extLst>
      <p:ext uri="{BB962C8B-B14F-4D97-AF65-F5344CB8AC3E}">
        <p14:creationId xmlns:p14="http://schemas.microsoft.com/office/powerpoint/2010/main" val="6530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39A114DE-2F3B-4FF6-BD2D-351056DC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B888EDAD-53AC-4BEC-9B82-797071D6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4B9DF235-1F9B-4BB2-B05F-28D43227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BF687952-5E99-4498-81FC-10F36B14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ED3A533-32D0-4547-8CAA-CE9DC8E9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BB456FB7-E23A-46AF-A234-7444AFC3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517EAFE3-B4D7-460C-AFA8-420C7A8C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01C63A4F-FC7A-45ED-9BC5-18ABE472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工作概况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A42412D5-5771-47ED-9913-C846E185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B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517C465D-6865-481F-9F3D-88F19393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CAF53EDA-436F-43D8-A848-BBB9ED8D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成果展示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9D3FDA83-805F-43ED-93A9-AC168543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B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E16BB98F-CFFF-49AC-99DF-053FFFEF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9C2DC113-C3D8-4F3C-8260-59F35A90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问题复盘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5BD35E45-4CA3-4C3B-B224-FDF35CF2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B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6C8C5EFD-5831-445C-9036-5A22E2E3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F48E0FED-1BFF-4656-BC54-015B5A47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下期计划</a:t>
            </a:r>
          </a:p>
        </p:txBody>
      </p:sp>
    </p:spTree>
    <p:extLst>
      <p:ext uri="{BB962C8B-B14F-4D97-AF65-F5344CB8AC3E}">
        <p14:creationId xmlns:p14="http://schemas.microsoft.com/office/powerpoint/2010/main" val="1943848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357BDB9A-54C6-4987-ADCD-78DA5ADA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57BECBB9-8C01-4FDD-8965-51B3CA38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重点成果与经验复盘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BB34C090-608D-48E5-9852-424736F3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C02E516B-D5CD-45F7-BDD1-E2EFFA1D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895498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8394D7D8-CB96-4F16-ADD7-E9B07CFF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014A98BC-5EDC-45EF-A1E5-F2B7DA17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C57723E-2E6C-40AD-99CC-077D7054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工作成果与问题复盘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E8BA1A6-5801-4179-BDC8-05A0909A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C808D6C5-1577-4714-B61E-AF961ADB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4F83629F-8321-400F-97F9-742191FB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4F21B7BB-2582-439B-BFCA-E9970D5B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主要成果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A7787686-36BC-4F14-9851-21029F58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经验与改进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E4AB8754-F59C-4BE0-A4B5-C942B3C3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C5522D5C-8185-4299-9353-8BF438B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本阶段完成的重点工作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0F0F12BA-0471-4B14-9526-3B272BD0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659007AE-463D-4B28-821E-0DC9D524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已交付成果及对应价值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F995AE9A-1337-49A0-8BA4-E6CE702D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FFC4C4D3-B599-4B9A-9213-EEED5F77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跨团队协作与支持情况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11729336-DF6F-4D7A-B42D-54E6342C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7F25BAB0-3311-4635-91F4-3375F636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执行过程中的主要问题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FE54FFD1-33F8-47E5-9213-3C570C95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2A607280-C13B-4A60-A407-C309FB88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可复用的经验和方法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99CF5588-60B9-44CD-86A2-6719B4E2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E8DED504-D033-442F-B47C-57322A67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下一阶段需要调整的做法</a:t>
            </a:r>
          </a:p>
        </p:txBody>
      </p:sp>
    </p:spTree>
    <p:extLst>
      <p:ext uri="{BB962C8B-B14F-4D97-AF65-F5344CB8AC3E}">
        <p14:creationId xmlns:p14="http://schemas.microsoft.com/office/powerpoint/2010/main" val="195389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4C551739-25B2-4C38-9066-2FC5ABE2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4AC878B3-4454-492D-90D0-47E7B7AC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65E50F1-0B6E-472F-86B1-5E61EAD2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工作完成情况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703C0E30-24E2-44E0-A322-0CFBB7EA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422DD4AA-EF93-45AB-8C3A-3A141D60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D7DDCE23-F895-49D5-9615-B71D815D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C20872A7-9944-4900-BC11-32F30F87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6c0399389f4951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E474D2D0-9BAD-466B-AF32-5B5E8937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91A237BF-BCB4-43C0-9932-DDC2D82D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>
              <a:def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>
              <a:def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B012C82D-B9ED-4BC7-AB62-E7D3635C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1447745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F24C12A-9AFF-4416-B508-E650D030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8AC64651-6984-4BC2-BFCA-F577B8E2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DF305E8C-F1A6-4CA4-B291-CA7E7F5B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下阶段工作安排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0D2314FE-9E06-4F0B-AAB7-EBB6B1C1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956C0501-11CB-4E42-B9FF-D4D83F0C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0B31C3DE-63E7-44C1-A6ED-A2ABDDB5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8F2D1DCE-3BCB-4570-BD8E-7C45BF43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工作任务</a:t>
                      </a:r>
                    </a:p>
                  </a:txBody>
                  <a:tcPr marL="91440" marR="91440" marT="45720" marB="45720">
                    <a:solidFill>
                      <a:srgbClr val="4729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预期成果</a:t>
                      </a:r>
                    </a:p>
                  </a:txBody>
                  <a:tcPr marL="91440" marR="91440" marT="45720" marB="45720">
                    <a:solidFill>
                      <a:srgbClr val="4729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</a:p>
                  </a:txBody>
                  <a:tcPr marL="91440" marR="91440" marT="45720" marB="45720">
                    <a:solidFill>
                      <a:srgbClr val="4729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计划时间</a:t>
                      </a:r>
                    </a:p>
                  </a:txBody>
                  <a:tcPr marL="91440" marR="91440" marT="45720" marB="45720">
                    <a:solidFill>
                      <a:srgbClr val="47292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任务一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填写预期成果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任务二</a:t>
                      </a:r>
                    </a:p>
                  </a:txBody>
                  <a:tcPr marL="91440" marR="91440" marT="45720" marB="4572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填写预期成果</a:t>
                      </a:r>
                    </a:p>
                  </a:txBody>
                  <a:tcPr marL="91440" marR="91440" marT="45720" marB="4572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FFD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任务三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填写预期成果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D9472494-C24C-4672-A59F-F1841339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19891764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86AC4C4C-5F6C-4339-86A2-14C377DF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124EA2A-FF65-4D84-ADBB-CADB48B3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D224ADE2-65B3-453E-A0FA-8947D12B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成果展示与说明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1C941BA8-C148-4C81-B773-16BBD421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295BF1B6-E0F8-472A-8914-B0DE17F0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212515C7-9CD1-49C5-8C68-D347CA3A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1DACE675-8CAA-4228-961B-28155728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B"/>
          </a:solidFill>
          <a:ln xmlns:a="http://schemas.openxmlformats.org/drawingml/2006/main" w="9525">
            <a:solidFill>
              <a:srgbClr val="836F73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成果照片 / 交付截图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9036DE15-0D7B-4FE6-AD1C-540B27DC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BD7C6358-E0A5-48BB-A718-439C0074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2711AC0E-77FF-4E62-AD8B-56B2A3B8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1396507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729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0EA11269-6FD6-4853-B1B0-9276083A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下阶段工作重点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C32D7B1E-CCD8-41E6-B0F0-BF0A5A33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目标确认 · 行动安排 · 协作需求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B1364A57-D44D-4872-99F4-3C0510C0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27FDFBBB-730B-4420-BAD5-06ADCC6E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136025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2026-09-09T10:00:11.0870000Z</dcterms:created>
  <dcterms:modified xsi:type="dcterms:W3CDTF">2026-09-09T10:00:11.0870000Z</dcterms:modified>
</coreProperties>
</file>