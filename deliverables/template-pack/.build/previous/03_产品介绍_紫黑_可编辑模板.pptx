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f9360a19184c5f" /><Relationship Type="http://schemas.openxmlformats.org/officeDocument/2006/relationships/extended-properties" Target="/docProps/app.xml" Id="Rad85258ecdb84098" /><Relationship Type="http://schemas.openxmlformats.org/officeDocument/2006/relationships/officeDocument" Target="/ppt/presentation.xml" Id="Rd89041f82306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5e653ca324abc"/>
  </p:sldMasterIdLst>
  <p:notesMasterIdLst>
    <p:notesMasterId xmlns:r="http://schemas.openxmlformats.org/officeDocument/2006/relationships" r:id="R692e878c6e1147df"/>
  </p:notesMasterIdLst>
  <p:sldIdLst>
    <p:sldId xmlns:r="http://schemas.openxmlformats.org/officeDocument/2006/relationships" id="256" r:id="R36ab4309e9e14ad2"/>
    <p:sldId xmlns:r="http://schemas.openxmlformats.org/officeDocument/2006/relationships" id="257" r:id="R00ab8af8a0ef41f0"/>
    <p:sldId xmlns:r="http://schemas.openxmlformats.org/officeDocument/2006/relationships" id="258" r:id="R8900f810efc64f91"/>
    <p:sldId xmlns:r="http://schemas.openxmlformats.org/officeDocument/2006/relationships" id="259" r:id="Re992d98e7e904691"/>
    <p:sldId xmlns:r="http://schemas.openxmlformats.org/officeDocument/2006/relationships" id="260" r:id="Raad6645632254508"/>
    <p:sldId xmlns:r="http://schemas.openxmlformats.org/officeDocument/2006/relationships" id="261" r:id="R47680995ecba4f3e"/>
    <p:sldId xmlns:r="http://schemas.openxmlformats.org/officeDocument/2006/relationships" id="262" r:id="Rc734fd8985cb46d5"/>
    <p:sldId xmlns:r="http://schemas.openxmlformats.org/officeDocument/2006/relationships" id="263" r:id="R5d9e974bfd7e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3e6d2d2c1481c" /><Relationship Type="http://schemas.openxmlformats.org/officeDocument/2006/relationships/slideMaster" Target="/ppt/slideMasters/slideMaster1.xml" Id="Rbde5e653ca324abc" /><Relationship Type="http://schemas.openxmlformats.org/officeDocument/2006/relationships/notesMaster" Target="/ppt/notesMasters/notesMaster1.xml" Id="R692e878c6e1147df" /><Relationship Type="http://schemas.openxmlformats.org/officeDocument/2006/relationships/presProps" Target="/ppt/presProps.xml" Id="Rbf4d30ec09a44202" /><Relationship Type="http://schemas.openxmlformats.org/officeDocument/2006/relationships/tableStyles" Target="/ppt/tableStyles.xml" Id="R9ff831335442461f" /><Relationship Type="http://schemas.openxmlformats.org/officeDocument/2006/relationships/slide" Target="/ppt/slides/slide1.xml" Id="R36ab4309e9e14ad2" /><Relationship Type="http://schemas.openxmlformats.org/officeDocument/2006/relationships/slide" Target="/ppt/slides/slide2.xml" Id="R00ab8af8a0ef41f0" /><Relationship Type="http://schemas.openxmlformats.org/officeDocument/2006/relationships/slide" Target="/ppt/slides/slide3.xml" Id="R8900f810efc64f91" /><Relationship Type="http://schemas.openxmlformats.org/officeDocument/2006/relationships/slide" Target="/ppt/slides/slide4.xml" Id="Re992d98e7e904691" /><Relationship Type="http://schemas.openxmlformats.org/officeDocument/2006/relationships/slide" Target="/ppt/slides/slide5.xml" Id="Raad6645632254508" /><Relationship Type="http://schemas.openxmlformats.org/officeDocument/2006/relationships/slide" Target="/ppt/slides/slide6.xml" Id="R47680995ecba4f3e" /><Relationship Type="http://schemas.openxmlformats.org/officeDocument/2006/relationships/slide" Target="/ppt/slides/slide7.xml" Id="Rc734fd8985cb46d5" /><Relationship Type="http://schemas.openxmlformats.org/officeDocument/2006/relationships/slide" Target="/ppt/slides/slide8.xml" Id="R5d9e974bfd7e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b218e775c45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206dc1c5a4b0d" /><Relationship Type="http://schemas.openxmlformats.org/officeDocument/2006/relationships/notesMaster" Target="/ppt/notesMasters/notesMaster1.xml" Id="Rb5d97855aeec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ce6879ffe41b8" /><Relationship Type="http://schemas.openxmlformats.org/officeDocument/2006/relationships/notesMaster" Target="/ppt/notesMasters/notesMaster1.xml" Id="Rada7c47f2ca847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883dafc5d421d" /><Relationship Type="http://schemas.openxmlformats.org/officeDocument/2006/relationships/notesMaster" Target="/ppt/notesMasters/notesMaster1.xml" Id="R313c77379d98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1f96cf425e4e49" /><Relationship Type="http://schemas.openxmlformats.org/officeDocument/2006/relationships/notesMaster" Target="/ppt/notesMasters/notesMaster1.xml" Id="Rb7cabd585266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de2e56e224246" /><Relationship Type="http://schemas.openxmlformats.org/officeDocument/2006/relationships/notesMaster" Target="/ppt/notesMasters/notesMaster1.xml" Id="R43690cecbdb5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492ca4937498c" /><Relationship Type="http://schemas.openxmlformats.org/officeDocument/2006/relationships/notesMaster" Target="/ppt/notesMasters/notesMaster1.xml" Id="Rc1ce706003f744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5276e2136428d" /><Relationship Type="http://schemas.openxmlformats.org/officeDocument/2006/relationships/notesMaster" Target="/ppt/notesMasters/notesMaster1.xml" Id="R5807819f0e9c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dddb3cd9da478a" /><Relationship Type="http://schemas.openxmlformats.org/officeDocument/2006/relationships/notesMaster" Target="/ppt/notesMasters/notesMaster1.xml" Id="Re386ab5f6ec3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168394b8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6ccc8ba7d41e1" /><Relationship Type="http://schemas.openxmlformats.org/officeDocument/2006/relationships/slideLayout" Target="/ppt/slideLayouts/slideLayout1.xml" Id="Reac0971d94ff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0971d94ff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ff1cc94b44884" /><Relationship Type="http://schemas.openxmlformats.org/officeDocument/2006/relationships/notesSlide" Target="/ppt/notesSlides/notesSlide1.xml" Id="Rd8e4ccc45fc0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cccfdf0754cfe" /><Relationship Type="http://schemas.openxmlformats.org/officeDocument/2006/relationships/notesSlide" Target="/ppt/notesSlides/notesSlide2.xml" Id="R88568f365f35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0e643ce04803" /><Relationship Type="http://schemas.openxmlformats.org/officeDocument/2006/relationships/notesSlide" Target="/ppt/notesSlides/notesSlide3.xml" Id="Rdfc241f8aaec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66ccc218246aa" /><Relationship Type="http://schemas.openxmlformats.org/officeDocument/2006/relationships/notesSlide" Target="/ppt/notesSlides/notesSlide4.xml" Id="R67a3d6ef2e054c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63741b5cd4ae7" /><Relationship Type="http://schemas.openxmlformats.org/officeDocument/2006/relationships/chart" Target="/ppt/slides/charts/chart1.xml" Id="R1ed19563c1014eea" /><Relationship Type="http://schemas.openxmlformats.org/officeDocument/2006/relationships/notesSlide" Target="/ppt/notesSlides/notesSlide5.xml" Id="R7dd56879401740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0321fd1e641e5" /><Relationship Type="http://schemas.openxmlformats.org/officeDocument/2006/relationships/notesSlide" Target="/ppt/notesSlides/notesSlide6.xml" Id="R644ba74a3853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f87f0d1174db3" /><Relationship Type="http://schemas.openxmlformats.org/officeDocument/2006/relationships/notesSlide" Target="/ppt/notesSlides/notesSlide7.xml" Id="R40869351c8be4a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ea7c3e9d40a8" /><Relationship Type="http://schemas.openxmlformats.org/officeDocument/2006/relationships/notesSlide" Target="/ppt/notesSlides/notesSlide8.xml" Id="R71e2a8bcd19b4e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示例评分</c:v>
          </c:tx>
          <c:spPr>
            <a:solidFill xmlns:a="http://schemas.openxmlformats.org/drawingml/2006/main">
              <a:srgbClr val="7657BA"/>
            </a:solidFill>
            <a:ln xmlns:a="http://schemas.openxmlformats.org/drawingml/2006/main" w="28575">
              <a:solidFill>
                <a:srgbClr val="7657BA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场景一</c:v>
                </c:pt>
                <c:pt idx="1">
                  <c:v>场景二</c:v>
                </c:pt>
                <c:pt idx="2">
                  <c:v>场景三</c:v>
                </c:pt>
                <c:pt idx="3">
                  <c:v>场景四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</c:v>
                </c:pt>
                <c:pt idx="1">
                  <c:v>75</c:v>
                </c:pt>
                <c:pt idx="2">
                  <c:v>68</c:v>
                </c:pt>
                <c:pt idx="3">
                  <c:v>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9223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E"/>
        </a:solidFill>
      </c:spPr>
    </c:plotArea>
    <c:plotVisOnly val="1"/>
  </c:chart>
  <c:spPr>
    <a:solidFill xmlns:a="http://schemas.openxmlformats.org/drawingml/2006/main">
      <a:srgbClr val="FCFBF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823200A-8B1B-43BF-AAD6-8458269563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860828C9-3A37-4AF0-BDF4-6F440CC8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PRODUCT OVERVIEW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5D26D355-C205-4314-B90D-C86E7F70B838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产品与解决方案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0FB2857D-9DAC-4B5B-8E0C-AE5A7AD833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产品名称 / 产品版本 / 演示日期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AEA62211-C251-41CC-B7AB-88C3D3382CC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DA6C915D-22F9-4986-8787-28562C89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03</a:t>
            </a:r>
          </a:p>
        </p:txBody>
      </p:sp>
    </p:spTree>
    <p:extLst>
      <p:ext uri="{BB962C8B-B14F-4D97-AF65-F5344CB8AC3E}">
        <p14:creationId xmlns:p14="http://schemas.microsoft.com/office/powerpoint/2010/main" val="759947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8CDB192-83C9-4040-BDEE-2CF2E3526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770E5B0-B045-4416-9EDA-A09D7CF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780968A-2D2E-4D08-AFBB-4F3C1733C21F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291B354-E346-4126-B8FE-DB45B8C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3E1EB75-5DC4-4101-8A47-D755699A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C00CD1F-45A5-46CC-A966-95A2174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C100EE00-254A-4922-9E6C-90F0B8D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33E62468-8C83-4BCA-BBED-480BB764E92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C1E29771-6142-482F-857B-E92784F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3FF415AB-E538-4804-BE5A-2914204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A5FC6457-83F9-47DE-A657-332F5F6F3BC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DB9099C9-4B1B-4529-8BBC-94847E2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92C273BB-8783-4F9C-A00A-F44C82B1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485623A6-2F8B-4B6D-81C4-3DEF47A5897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BB2D62C8-212F-4C67-BD04-DA5E030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0DB106E-B282-4B9A-B96C-9FC7670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6E1ED8F1-DF2D-4865-ABC0-5F2A9ED4841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实施服务</a:t>
            </a:r>
          </a:p>
        </p:txBody>
      </p:sp>
    </p:spTree>
    <p:extLst>
      <p:ext uri="{BB962C8B-B14F-4D97-AF65-F5344CB8AC3E}">
        <p14:creationId xmlns:p14="http://schemas.microsoft.com/office/powerpoint/2010/main" val="2044782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5CDC7881-18EB-43FE-A366-D76D5D51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532D7DA-84E1-473E-82A4-341D750D369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核心能力与使用体验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133C31C6-BFB2-4F1E-99FC-265F6474E62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8004B38-0BF5-4F9E-9B28-AA104C0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394855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2FAD1E1-B6CD-42DF-9AA5-860BC27C5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F44965B-7DEF-4AD9-85C6-7AAE461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B8737F-997F-4C04-93B9-590910DAFB4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客户需求与产品价值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8FB1138-FE98-4910-88AE-CC230FE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BD09B2-C562-4896-ADAA-CBAF296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EE97172-23A6-4324-9001-61BE413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7DFCB043-1319-4FCA-A371-3C1A28B09CC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FB966888-4716-484B-9F6E-678A3F3F7E8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对应能力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5B9A492-B177-48DA-8564-4523D2B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0E3C100A-8575-4A30-8D93-BC3FBFD0FB0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典型用户面临的问题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17F4F2A-8C66-4A92-A488-92AE675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40F670C8-D2C8-4E59-9758-198E27647CC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现有流程中的效率瓶颈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5677C78B-BA0C-4241-8020-C5FA87E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0FE551F-A552-409C-A40C-3ABD3E0DD35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使用体验与协作需求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D03E47A-9F42-4A03-9514-CB0A5C8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74D0AA2-3206-48DC-AB52-5E9100A7985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解决问题的核心功能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5AE9FB6A-A87D-410C-AF83-60BAEE8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4025FD2-AFCF-4F17-BF8E-283EFDE2D1C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与现有系统的配合方式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382F1598-88C2-4724-9A3F-062C832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8039DF4D-FA42-4762-B9E9-73981A842AA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可验证的价值与收益</a:t>
            </a:r>
          </a:p>
        </p:txBody>
      </p:sp>
    </p:spTree>
    <p:extLst>
      <p:ext uri="{BB962C8B-B14F-4D97-AF65-F5344CB8AC3E}">
        <p14:creationId xmlns:p14="http://schemas.microsoft.com/office/powerpoint/2010/main" val="1141671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02378A-44A2-41CB-8890-73C7ED721A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1640478-F3EC-4CEB-85A9-587E4BD1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463631D-324D-446D-AD10-330D7EBC99E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使用效果对比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33CA9FD4-068D-4958-856C-0FC1B56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FAB6E8-182D-4FB6-B782-ABF6E942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B60099B-FB1B-421E-B163-C49D6DA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F7DD1B4F-3617-490A-879E-4AACA29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d19563c1014eea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F6FD9B98-DC90-421E-A5E4-DF45C0863E2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DACAD2A-D8A5-4E5C-8EFF-2FB353AAD1E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73642CE1-BEA3-4774-B79B-047861ADB8F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190509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54266CA5-5A39-4A2E-91B7-9D9BEC2DF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66975F38-10A9-4A7F-9884-274E8D75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4FC6501-6EC5-476A-ABBC-BA5BA6E8C0B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产品能力清单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6E8F771B-6806-4B8B-841B-6347D09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DBE10B9-4934-4D2D-9C27-83BC65F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196256E7-54A7-4F59-A0AC-C4E73A3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FF1F539C-F7F3-4CD4-97EB-F2DE36EB291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能力模块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解决问题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交付形式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模块一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模块二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模块三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762E340-9FAE-44C3-86EB-49257E5D0E7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2055408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46D9249-CA95-4BB0-B293-B653F9A6C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0557440-39FC-43EA-AD3F-B24A138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5DB8891-E139-4BC8-AB66-EE149EB77AC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产品界面与场景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93F4EC-BFE7-4CCC-AE91-557E8C4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8D2AC878-B273-459D-8C5A-D0D15BF0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CF70A4A-1FEC-443F-81C8-F6875E0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618B6A61-4AAD-4539-918A-E45F37128D64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756E8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产品截图 / 使用场景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11BFAF10-3E1F-4CDC-8331-BE9A8C30635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2FEE92AD-D35D-4164-9B9F-843D559ECC8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6E036E6C-C8DB-40EB-BF9E-5BE51200C03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348928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66C869EB-51A0-440B-9F54-C4D6AAA3DCA5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产品体验与合作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F406BB6-F36F-4AAA-9CFA-82D27D2999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演示安排 · 试用范围 · 联系方式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15DE5AF2-DAC4-41DD-9D4C-485BAF78F97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A989C5D3-05BD-4D02-B99C-8619CDC15A8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783197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2026-09-09T09:59:59.2670000Z</dcterms:created>
  <dcterms:modified xsi:type="dcterms:W3CDTF">2026-09-09T09:59:59.2670000Z</dcterms:modified>
</coreProperties>
</file>