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d2cc50e8a54bb4" /><Relationship Type="http://schemas.openxmlformats.org/officeDocument/2006/relationships/extended-properties" Target="/docProps/app.xml" Id="R870f8002329c48cd" /><Relationship Type="http://schemas.openxmlformats.org/officeDocument/2006/relationships/officeDocument" Target="/ppt/presentation.xml" Id="R2a862763ca4d47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7d13c2b13e4762"/>
  </p:sldMasterIdLst>
  <p:notesMasterIdLst>
    <p:notesMasterId xmlns:r="http://schemas.openxmlformats.org/officeDocument/2006/relationships" r:id="Re1c9c08d91d840b1"/>
  </p:notesMasterIdLst>
  <p:sldIdLst>
    <p:sldId xmlns:r="http://schemas.openxmlformats.org/officeDocument/2006/relationships" id="256" r:id="R41dcd4befe6f4621"/>
    <p:sldId xmlns:r="http://schemas.openxmlformats.org/officeDocument/2006/relationships" id="257" r:id="R8c7ecf5a2bf04166"/>
    <p:sldId xmlns:r="http://schemas.openxmlformats.org/officeDocument/2006/relationships" id="258" r:id="R7ec4ce268e3b491d"/>
    <p:sldId xmlns:r="http://schemas.openxmlformats.org/officeDocument/2006/relationships" id="259" r:id="Rb4a9055589c440dc"/>
    <p:sldId xmlns:r="http://schemas.openxmlformats.org/officeDocument/2006/relationships" id="260" r:id="R6701744c2c7d4262"/>
    <p:sldId xmlns:r="http://schemas.openxmlformats.org/officeDocument/2006/relationships" id="261" r:id="R0d55e06ca13c4ac6"/>
    <p:sldId xmlns:r="http://schemas.openxmlformats.org/officeDocument/2006/relationships" id="262" r:id="Re80d8b7a347e4863"/>
    <p:sldId xmlns:r="http://schemas.openxmlformats.org/officeDocument/2006/relationships" id="263" r:id="R6605d99e37ab46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c283e3946e4c8d" /><Relationship Type="http://schemas.openxmlformats.org/officeDocument/2006/relationships/slideMaster" Target="/ppt/slideMasters/slideMaster1.xml" Id="Rdd7d13c2b13e4762" /><Relationship Type="http://schemas.openxmlformats.org/officeDocument/2006/relationships/notesMaster" Target="/ppt/notesMasters/notesMaster1.xml" Id="Re1c9c08d91d840b1" /><Relationship Type="http://schemas.openxmlformats.org/officeDocument/2006/relationships/presProps" Target="/ppt/presProps.xml" Id="R7f71e56f708c40db" /><Relationship Type="http://schemas.openxmlformats.org/officeDocument/2006/relationships/tableStyles" Target="/ppt/tableStyles.xml" Id="R15fb64a7eac645eb" /><Relationship Type="http://schemas.openxmlformats.org/officeDocument/2006/relationships/slide" Target="/ppt/slides/slide1.xml" Id="R41dcd4befe6f4621" /><Relationship Type="http://schemas.openxmlformats.org/officeDocument/2006/relationships/slide" Target="/ppt/slides/slide2.xml" Id="R8c7ecf5a2bf04166" /><Relationship Type="http://schemas.openxmlformats.org/officeDocument/2006/relationships/slide" Target="/ppt/slides/slide3.xml" Id="R7ec4ce268e3b491d" /><Relationship Type="http://schemas.openxmlformats.org/officeDocument/2006/relationships/slide" Target="/ppt/slides/slide4.xml" Id="Rb4a9055589c440dc" /><Relationship Type="http://schemas.openxmlformats.org/officeDocument/2006/relationships/slide" Target="/ppt/slides/slide5.xml" Id="R6701744c2c7d4262" /><Relationship Type="http://schemas.openxmlformats.org/officeDocument/2006/relationships/slide" Target="/ppt/slides/slide6.xml" Id="R0d55e06ca13c4ac6" /><Relationship Type="http://schemas.openxmlformats.org/officeDocument/2006/relationships/slide" Target="/ppt/slides/slide7.xml" Id="Re80d8b7a347e4863" /><Relationship Type="http://schemas.openxmlformats.org/officeDocument/2006/relationships/slide" Target="/ppt/slides/slide8.xml" Id="R6605d99e37ab46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0ab05c4d1048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3b9d4740184aa4" /><Relationship Type="http://schemas.openxmlformats.org/officeDocument/2006/relationships/notesMaster" Target="/ppt/notesMasters/notesMaster1.xml" Id="Rd917f39ff68144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82246914484706" /><Relationship Type="http://schemas.openxmlformats.org/officeDocument/2006/relationships/notesMaster" Target="/ppt/notesMasters/notesMaster1.xml" Id="Ra1646d81e3ca47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17aa8a2e4b46f4" /><Relationship Type="http://schemas.openxmlformats.org/officeDocument/2006/relationships/notesMaster" Target="/ppt/notesMasters/notesMaster1.xml" Id="Rf54cfa20224645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76f7b11fa04922" /><Relationship Type="http://schemas.openxmlformats.org/officeDocument/2006/relationships/notesMaster" Target="/ppt/notesMasters/notesMaster1.xml" Id="R416e2b5eac8840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cb02f241ab4e9b" /><Relationship Type="http://schemas.openxmlformats.org/officeDocument/2006/relationships/notesMaster" Target="/ppt/notesMasters/notesMaster1.xml" Id="Rfaca16ab172541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0d103715f4489b" /><Relationship Type="http://schemas.openxmlformats.org/officeDocument/2006/relationships/notesMaster" Target="/ppt/notesMasters/notesMaster1.xml" Id="R0c5bba999c034b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9563d14eeb40f9" /><Relationship Type="http://schemas.openxmlformats.org/officeDocument/2006/relationships/notesMaster" Target="/ppt/notesMasters/notesMaster1.xml" Id="R09f11709badf4d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313000b86a4354" /><Relationship Type="http://schemas.openxmlformats.org/officeDocument/2006/relationships/notesMaster" Target="/ppt/notesMasters/notesMaster1.xml" Id="R22c765b4897f4a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0c4a580a844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75b2a3268c4bd3" /><Relationship Type="http://schemas.openxmlformats.org/officeDocument/2006/relationships/slideLayout" Target="/ppt/slideLayouts/slideLayout1.xml" Id="Ra998c2fef2f142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98c2fef2f142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e68fc245d4013" /><Relationship Type="http://schemas.openxmlformats.org/officeDocument/2006/relationships/notesSlide" Target="/ppt/notesSlides/notesSlide1.xml" Id="R54fb15cb1e2b46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13a8ae93d4d72" /><Relationship Type="http://schemas.openxmlformats.org/officeDocument/2006/relationships/notesSlide" Target="/ppt/notesSlides/notesSlide2.xml" Id="R5706ea12531e41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43a75f6ef4ee4" /><Relationship Type="http://schemas.openxmlformats.org/officeDocument/2006/relationships/notesSlide" Target="/ppt/notesSlides/notesSlide3.xml" Id="R7cb8df3a6ad849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9e00962db4f4d" /><Relationship Type="http://schemas.openxmlformats.org/officeDocument/2006/relationships/notesSlide" Target="/ppt/notesSlides/notesSlide4.xml" Id="Rc33b9b0a63c34d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cd4f84a8b4d57" /><Relationship Type="http://schemas.openxmlformats.org/officeDocument/2006/relationships/chart" Target="/ppt/slides/charts/chart1.xml" Id="Rc3da6ec1427941fd" /><Relationship Type="http://schemas.openxmlformats.org/officeDocument/2006/relationships/notesSlide" Target="/ppt/notesSlides/notesSlide5.xml" Id="Rdeaa528f896243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6314ac9404929" /><Relationship Type="http://schemas.openxmlformats.org/officeDocument/2006/relationships/notesSlide" Target="/ppt/notesSlides/notesSlide6.xml" Id="R06c70b08db5e49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27f087aae491b" /><Relationship Type="http://schemas.openxmlformats.org/officeDocument/2006/relationships/notesSlide" Target="/ppt/notesSlides/notesSlide7.xml" Id="Ra32e796ae51f4a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f44dad7c241a2" /><Relationship Type="http://schemas.openxmlformats.org/officeDocument/2006/relationships/notesSlide" Target="/ppt/notesSlides/notesSlide8.xml" Id="Re9911b288f9744f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示例指标</c:v>
          </c:tx>
          <c:spPr>
            <a:solidFill xmlns:a="http://schemas.openxmlformats.org/drawingml/2006/main">
              <a:srgbClr val="287BC1"/>
            </a:solidFill>
            <a:ln xmlns:a="http://schemas.openxmlformats.org/drawingml/2006/main" w="28575">
              <a:solidFill>
                <a:srgbClr val="287BC1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87BC1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第一期</c:v>
                </c:pt>
                <c:pt idx="1">
                  <c:v>第二期</c:v>
                </c:pt>
                <c:pt idx="2">
                  <c:v>第三期</c:v>
                </c:pt>
                <c:pt idx="3">
                  <c:v>第四期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45</c:v>
                </c:pt>
                <c:pt idx="1">
                  <c:v>58</c:v>
                </c:pt>
                <c:pt idx="2">
                  <c:v>52</c:v>
                </c:pt>
                <c:pt idx="3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C4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CC88B04-451C-4D23-BBC6-DD39486399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9680A4C0-73CB-4110-815F-905FF041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BUSINESS REVIEW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221F7BBA-8A6C-4F60-A96F-B26F39AB06AC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经营分析汇报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EF8BE1D4-9695-4394-BE76-C402FEECA72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汇报周期 / 业务范围 / 负责人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45A663AE-63AD-42D0-9765-C24CADF196E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0BE63E56-A7DF-4B91-9439-3464FCDC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01</a:t>
            </a:r>
          </a:p>
        </p:txBody>
      </p:sp>
    </p:spTree>
    <p:extLst>
      <p:ext uri="{BB962C8B-B14F-4D97-AF65-F5344CB8AC3E}">
        <p14:creationId xmlns:p14="http://schemas.microsoft.com/office/powerpoint/2010/main" val="1637145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9E9FAD7-0A00-4EAA-B2FF-347187F9AF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766DCAE7-75F8-4477-84EA-2ED7F3A7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73FEDD52-A64D-4A92-9323-3697146C33CC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7D92D5FA-1B23-4A6D-855E-C377D9CE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33ED6D36-C575-4599-8AC0-184B86CC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BD8F584B-53A4-4878-A8AE-0CA0B820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95D6F03C-D5FA-49A0-9D36-4E46184D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7755B45E-CA6E-438D-A135-D174A6C2EBBA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经营概览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D602F726-2377-4670-A550-77AC1D3C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DEAEAC20-C65D-4B50-B31A-50E7E962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E1A0522C-13B5-4106-BDC3-494BC787CBCA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A51BF2C4-0E7D-4EAB-92E9-039E6AC0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0C81F287-D1C7-4103-A5E2-502903BE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63B5A381-7285-41CF-8E5C-C5E2351E63A3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业务分析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2A460328-FBE5-4D68-AD36-40753684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43A85B15-4027-4BFE-A767-BE216143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2022D6C4-BB14-47EE-926C-33A2ECE997A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行动计划</a:t>
            </a:r>
          </a:p>
        </p:txBody>
      </p:sp>
    </p:spTree>
    <p:extLst>
      <p:ext uri="{BB962C8B-B14F-4D97-AF65-F5344CB8AC3E}">
        <p14:creationId xmlns:p14="http://schemas.microsoft.com/office/powerpoint/2010/main" val="465196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A34AD022-764A-4C2C-9B3C-F7B3F04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822D8DE-B059-4AAB-B27E-A893112B1F61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经营表现与关键问题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E61B232E-6649-44FD-81F0-F70CD9CB4A8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075BBBE8-270F-455B-A027-2A1557A2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748409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2682C23-966A-4D71-B8E7-97B5053412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4E8EFDFF-FD93-445B-916C-EFECEBF4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54583FB-F872-41F3-9E38-1649DB55B90B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核心结论与业务判断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273CE3F-18FE-481F-A54A-FB01CA27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DD684CAC-A662-4534-98A7-884D6FD8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6FFC4D83-2654-4282-9BB0-9E5C92FB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90C48B88-5738-4630-B5C8-B91A293C80E9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经营表现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141DA0E1-5972-4756-82DF-2FE9807AC1DF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改进方向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77646818-9AC2-4583-8965-6C9BE3E2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96565773-3223-4622-BC54-367856931EC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目标完成情况与主要变化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A51091DF-DFBB-4EF1-BC5B-88A0981D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F5BD752E-DBCC-4835-AAD3-98DE2051896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推动增长的关键业务因素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A675BFEE-299F-42C8-B6AF-C54FDD6B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48A7F0E9-C687-4962-8A81-E066E00F184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需要关注的异常指标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AEEFE174-9B4D-47BF-9A72-3595EB90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C8DA4526-8192-4BF6-969A-E5FEA448F369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最优先解决的问题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C80D5380-EE36-4C11-A280-EC341626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CD34D674-363E-43B3-8D5D-5C344DE41168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可执行的改进措施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ED0AB6FD-8206-45E1-A1A3-00553F33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9FB80C96-7406-4900-96A8-DFD19A1D905A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需要协调的资源与支持</a:t>
            </a:r>
          </a:p>
        </p:txBody>
      </p:sp>
    </p:spTree>
    <p:extLst>
      <p:ext uri="{BB962C8B-B14F-4D97-AF65-F5344CB8AC3E}">
        <p14:creationId xmlns:p14="http://schemas.microsoft.com/office/powerpoint/2010/main" val="1951538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3B612F6D-1201-4C16-8331-3F5C1E0ADF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369E5097-4535-44E5-9EDC-C073229A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453C890-2805-413C-9324-BA274E46CA3E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关键指标趋势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B8566F18-8C41-4021-BA4B-97028A78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ED4ED101-920E-4086-BE20-CF7A0B7C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FA913665-5742-4022-BE05-B2480BA8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5E94ADC3-D7DA-4335-A446-F4F261F3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da6ec1427941fd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5F61DD87-34B0-4C4F-87C1-D3550C8716B7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51217E95-786B-457F-8830-4E76B5E89B8D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C0D5AB44-BCE8-41F4-B4AA-FB8C8731211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900393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C62DD79-DDBD-4648-AF33-9475BA174A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AA9A9464-3CF4-4A83-B567-4C18DA80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C39C67D-FC34-4228-8C28-CCD1CB79583B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行动计划与责任分工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90593537-CDAB-4CA3-B2D8-B6DE3CD7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237375D-F4A9-4497-9397-9BA1A6AF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BA9C1EF9-C9AB-45D4-860D-90A2107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13664DA7-5F74-49F3-8C7D-454F4D98BBB6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重点事项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具体行动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完成时间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事项一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事项三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9DED0406-BA98-42E1-BFA8-175FA42C9F33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1553926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D067BE0D-718D-4FA4-A6FA-8C46877D65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B808E0C1-C389-41F1-A070-60309DA7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759D1CA-9430-42A8-A907-D480896565BF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业务场景与案例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1C1878B8-39DB-411B-92AA-B5E23641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53681465-D0A5-4976-854D-16085266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2FB0161A-F414-42DF-B4BE-92B3BF5F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BE087A4C-C7E9-4E4A-9D19-FD4048F811EA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657588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业务现场 / 案例图片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C4B64DFB-738C-484A-AE0E-97A6C72B8FCD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1C8FC65F-E487-4245-8CF7-941DC0916672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08FD507C-5DC1-424B-8242-144FB6102D3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20694098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74CCDE78-F40F-4044-A793-B5C4E014439A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下一阶段重点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C296D856-A664-463D-8F38-35DB6BD74D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重点目标 · 关键行动 · 所需支持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3EA4071C-8F31-4540-8634-D9066DD72BF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6AA01F08-6014-42BC-8907-8C6469AF360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487710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2026-09-09T09:59:47.1670000Z</dcterms:created>
  <dcterms:modified xsi:type="dcterms:W3CDTF">2026-09-09T09:59:47.1670000Z</dcterms:modified>
</coreProperties>
</file>