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d2cc50e8a54bb4" /><Relationship Type="http://schemas.openxmlformats.org/officeDocument/2006/relationships/extended-properties" Target="/docProps/app.xml" Id="R870f8002329c48cd" /><Relationship Type="http://schemas.openxmlformats.org/officeDocument/2006/relationships/officeDocument" Target="/ppt/presentation.xml" Id="R2a862763ca4d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7d13c2b13e4762"/>
  </p:sldMasterIdLst>
  <p:notesMasterIdLst>
    <p:notesMasterId xmlns:r="http://schemas.openxmlformats.org/officeDocument/2006/relationships" r:id="Re1c9c08d91d840b1"/>
  </p:notesMasterIdLst>
  <p:sldIdLst>
    <p:sldId xmlns:r="http://schemas.openxmlformats.org/officeDocument/2006/relationships" id="256" r:id="R41dcd4befe6f4621"/>
    <p:sldId xmlns:r="http://schemas.openxmlformats.org/officeDocument/2006/relationships" id="257" r:id="R8c7ecf5a2bf04166"/>
    <p:sldId xmlns:r="http://schemas.openxmlformats.org/officeDocument/2006/relationships" id="258" r:id="R7ec4ce268e3b491d"/>
    <p:sldId xmlns:r="http://schemas.openxmlformats.org/officeDocument/2006/relationships" id="259" r:id="Rb4a9055589c440dc"/>
    <p:sldId xmlns:r="http://schemas.openxmlformats.org/officeDocument/2006/relationships" id="260" r:id="R6701744c2c7d4262"/>
    <p:sldId xmlns:r="http://schemas.openxmlformats.org/officeDocument/2006/relationships" id="261" r:id="R0d55e06ca13c4ac6"/>
    <p:sldId xmlns:r="http://schemas.openxmlformats.org/officeDocument/2006/relationships" id="262" r:id="Re80d8b7a347e4863"/>
    <p:sldId xmlns:r="http://schemas.openxmlformats.org/officeDocument/2006/relationships" id="263" r:id="R6605d99e37ab46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283e3946e4c8d" /><Relationship Type="http://schemas.openxmlformats.org/officeDocument/2006/relationships/slideMaster" Target="/ppt/slideMasters/slideMaster1.xml" Id="Rdd7d13c2b13e4762" /><Relationship Type="http://schemas.openxmlformats.org/officeDocument/2006/relationships/notesMaster" Target="/ppt/notesMasters/notesMaster1.xml" Id="Re1c9c08d91d840b1" /><Relationship Type="http://schemas.openxmlformats.org/officeDocument/2006/relationships/presProps" Target="/ppt/presProps.xml" Id="R7f71e56f708c40db" /><Relationship Type="http://schemas.openxmlformats.org/officeDocument/2006/relationships/tableStyles" Target="/ppt/tableStyles.xml" Id="R15fb64a7eac645eb" /><Relationship Type="http://schemas.openxmlformats.org/officeDocument/2006/relationships/slide" Target="/ppt/slides/slide1.xml" Id="R41dcd4befe6f4621" /><Relationship Type="http://schemas.openxmlformats.org/officeDocument/2006/relationships/slide" Target="/ppt/slides/slide2.xml" Id="R8c7ecf5a2bf04166" /><Relationship Type="http://schemas.openxmlformats.org/officeDocument/2006/relationships/slide" Target="/ppt/slides/slide3.xml" Id="R7ec4ce268e3b491d" /><Relationship Type="http://schemas.openxmlformats.org/officeDocument/2006/relationships/slide" Target="/ppt/slides/slide4.xml" Id="Rb4a9055589c440dc" /><Relationship Type="http://schemas.openxmlformats.org/officeDocument/2006/relationships/slide" Target="/ppt/slides/slide5.xml" Id="R6701744c2c7d4262" /><Relationship Type="http://schemas.openxmlformats.org/officeDocument/2006/relationships/slide" Target="/ppt/slides/slide6.xml" Id="R0d55e06ca13c4ac6" /><Relationship Type="http://schemas.openxmlformats.org/officeDocument/2006/relationships/slide" Target="/ppt/slides/slide7.xml" Id="Re80d8b7a347e4863" /><Relationship Type="http://schemas.openxmlformats.org/officeDocument/2006/relationships/slide" Target="/ppt/slides/slide8.xml" Id="R6605d99e37ab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ab05c4d10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b9d4740184aa4" /><Relationship Type="http://schemas.openxmlformats.org/officeDocument/2006/relationships/notesMaster" Target="/ppt/notesMasters/notesMaster1.xml" Id="Rd917f39ff681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2246914484706" /><Relationship Type="http://schemas.openxmlformats.org/officeDocument/2006/relationships/notesMaster" Target="/ppt/notesMasters/notesMaster1.xml" Id="Ra1646d81e3ca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7aa8a2e4b46f4" /><Relationship Type="http://schemas.openxmlformats.org/officeDocument/2006/relationships/notesMaster" Target="/ppt/notesMasters/notesMaster1.xml" Id="Rf54cfa20224645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76f7b11fa04922" /><Relationship Type="http://schemas.openxmlformats.org/officeDocument/2006/relationships/notesMaster" Target="/ppt/notesMasters/notesMaster1.xml" Id="R416e2b5eac88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b02f241ab4e9b" /><Relationship Type="http://schemas.openxmlformats.org/officeDocument/2006/relationships/notesMaster" Target="/ppt/notesMasters/notesMaster1.xml" Id="Rfaca16ab1725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d103715f4489b" /><Relationship Type="http://schemas.openxmlformats.org/officeDocument/2006/relationships/notesMaster" Target="/ppt/notesMasters/notesMaster1.xml" Id="R0c5bba999c03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563d14eeb40f9" /><Relationship Type="http://schemas.openxmlformats.org/officeDocument/2006/relationships/notesMaster" Target="/ppt/notesMasters/notesMaster1.xml" Id="R09f11709badf4d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13000b86a4354" /><Relationship Type="http://schemas.openxmlformats.org/officeDocument/2006/relationships/notesMaster" Target="/ppt/notesMasters/notesMaster1.xml" Id="R22c765b4897f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0c4a580a844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5b2a3268c4bd3" /><Relationship Type="http://schemas.openxmlformats.org/officeDocument/2006/relationships/slideLayout" Target="/ppt/slideLayouts/slideLayout1.xml" Id="Ra998c2fef2f1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8c2fef2f1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e68fc245d4013" /><Relationship Type="http://schemas.openxmlformats.org/officeDocument/2006/relationships/notesSlide" Target="/ppt/notesSlides/notesSlide1.xml" Id="R54fb15cb1e2b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3a8ae93d4d72" /><Relationship Type="http://schemas.openxmlformats.org/officeDocument/2006/relationships/notesSlide" Target="/ppt/notesSlides/notesSlide2.xml" Id="R5706ea12531e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43a75f6ef4ee4" /><Relationship Type="http://schemas.openxmlformats.org/officeDocument/2006/relationships/notesSlide" Target="/ppt/notesSlides/notesSlide3.xml" Id="R7cb8df3a6ad849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9e00962db4f4d" /><Relationship Type="http://schemas.openxmlformats.org/officeDocument/2006/relationships/notesSlide" Target="/ppt/notesSlides/notesSlide4.xml" Id="Rc33b9b0a63c34d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d4f84a8b4d57" /><Relationship Type="http://schemas.openxmlformats.org/officeDocument/2006/relationships/chart" Target="/ppt/slides/charts/chart1.xml" Id="Rc3da6ec1427941fd" /><Relationship Type="http://schemas.openxmlformats.org/officeDocument/2006/relationships/notesSlide" Target="/ppt/notesSlides/notesSlide5.xml" Id="Rdeaa528f8962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6314ac9404929" /><Relationship Type="http://schemas.openxmlformats.org/officeDocument/2006/relationships/notesSlide" Target="/ppt/notesSlides/notesSlide6.xml" Id="R06c70b08db5e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27f087aae491b" /><Relationship Type="http://schemas.openxmlformats.org/officeDocument/2006/relationships/notesSlide" Target="/ppt/notesSlides/notesSlide7.xml" Id="Ra32e796ae51f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44dad7c241a2" /><Relationship Type="http://schemas.openxmlformats.org/officeDocument/2006/relationships/notesSlide" Target="/ppt/notesSlides/notesSlide8.xml" Id="Re9911b288f9744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示例指标</c:v>
          </c:tx>
          <c:spPr>
            <a:solidFill xmlns:a="http://schemas.openxmlformats.org/drawingml/2006/main">
              <a:srgbClr val="287BC1"/>
            </a:solidFill>
            <a:ln xmlns:a="http://schemas.openxmlformats.org/drawingml/2006/main" w="28575">
              <a:solidFill>
                <a:srgbClr val="287BC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7BC1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  <c:pt idx="3">
                  <c:v>第四期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45</c:v>
                </c:pt>
                <c:pt idx="1">
                  <c:v>58</c:v>
                </c:pt>
                <c:pt idx="2">
                  <c:v>52</c:v>
                </c:pt>
                <c:pt idx="3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C88B04-451C-4D23-BBC6-DD39486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9680A4C0-73CB-4110-815F-905FF04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221F7BBA-8A6C-4F60-A96F-B26F39A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经营分析汇报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F8BE1D4-9695-4394-BE76-C402FEEC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汇报周期 / 业务范围 / 负责人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45A663AE-63AD-42D0-9765-C24CADF1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0BE63E56-A7DF-4B91-9439-3464FCD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01</a:t>
            </a:r>
          </a:p>
        </p:txBody>
      </p:sp>
    </p:spTree>
    <p:extLst>
      <p:ext uri="{BB962C8B-B14F-4D97-AF65-F5344CB8AC3E}">
        <p14:creationId xmlns:p14="http://schemas.microsoft.com/office/powerpoint/2010/main" val="1637145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9E9FAD7-0A00-4EAA-B2FF-347187F9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766DCAE7-75F8-4477-84EA-2ED7F3A7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3FEDD52-A64D-4A92-9323-3697146C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D92D5FA-1B23-4A6D-855E-C377D9C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33ED6D36-C575-4599-8AC0-184B86C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D8F584B-53A4-4878-A8AE-0CA0B82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95D6F03C-D5FA-49A0-9D36-4E46184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7755B45E-CA6E-438D-A135-D174A6C2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602F726-2377-4670-A550-77AC1D3C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EAEAC20-C65D-4B50-B31A-50E7E962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E1A0522C-13B5-4106-BDC3-494BC787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51BF2C4-0E7D-4EAB-92E9-039E6AC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0C81F287-D1C7-4103-A5E2-502903B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63B5A381-7285-41CF-8E5C-C5E2351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2A460328-FBE5-4D68-AD36-4075368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3A85B15-4027-4BFE-A767-BE21614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2022D6C4-BB14-47EE-926C-33A2ECE9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</p:spTree>
    <p:extLst>
      <p:ext uri="{BB962C8B-B14F-4D97-AF65-F5344CB8AC3E}">
        <p14:creationId xmlns:p14="http://schemas.microsoft.com/office/powerpoint/2010/main" val="46519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A34AD022-764A-4C2C-9B3C-F7B3F04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822D8DE-B059-4AAB-B27E-A893112B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经营表现与关键问题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E61B232E-6649-44FD-81F0-F70CD9C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75BBBE8-270F-455B-A027-2A1557A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748409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2682C23-966A-4D71-B8E7-97B50534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E8EFDFF-FD93-445B-916C-EFECEBF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54583FB-F872-41F3-9E38-1649DB55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核心结论与业务判断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273CE3F-18FE-481F-A54A-FB01CA2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D684CAC-A662-4534-98A7-884D6FD8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FFC4D83-2654-4282-9BB0-9E5C92F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90C48B88-5738-4630-B5C8-B91A293C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经营表现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141DA0E1-5972-4756-82DF-2FE9807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77646818-9AC2-4583-8965-6C9BE3E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6565773-3223-4622-BC54-36785693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目标完成情况与主要变化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A51091DF-DFBB-4EF1-BC5B-88A0981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F5BD752E-DBCC-4835-AAD3-98DE2051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推动增长的关键业务因素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A675BFEE-299F-42C8-B6AF-C54FDD6B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48A7F0E9-C687-4962-8A81-E066E00F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需要关注的异常指标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AEEFE174-9B4D-47BF-9A72-3595EB90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8DA4526-8192-4BF6-969A-E5FEA448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最优先解决的问题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C80D5380-EE36-4C11-A280-EC34162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D34D674-363E-43B3-8D5D-5C344DE4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可执行的改进措施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D0AB6FD-8206-45E1-A1A3-00553F33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9FB80C96-7406-4900-96A8-DFD19A1D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需要协调的资源与支持</a:t>
            </a:r>
          </a:p>
        </p:txBody>
      </p:sp>
    </p:spTree>
    <p:extLst>
      <p:ext uri="{BB962C8B-B14F-4D97-AF65-F5344CB8AC3E}">
        <p14:creationId xmlns:p14="http://schemas.microsoft.com/office/powerpoint/2010/main" val="1951538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B612F6D-1201-4C16-8331-3F5C1E0A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69E5097-4535-44E5-9EDC-C073229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453C890-2805-413C-9324-BA274E46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关键指标趋势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8566F18-8C41-4021-BA4B-97028A7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D4ED101-920E-4086-BE20-CF7A0B7C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FA913665-5742-4022-BE05-B2480BA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5E94ADC3-D7DA-4335-A446-F4F261F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a6ec1427941fd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F61DD87-34B0-4C4F-87C1-D3550C8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51217E95-786B-457F-8830-4E76B5E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C0D5AB44-BCE8-41F4-B4AA-FB8C8731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0393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62DD79-DDBD-4648-AF33-9475BA17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A9A9464-3CF4-4A83-B567-4C18DA8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C39C67D-FC34-4228-8C28-CCD1CB79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行动计划与责任分工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0593537-CDAB-4CA3-B2D8-B6DE3CD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237375D-F4A9-4497-9397-9BA1A6A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A9C1EF9-C9AB-45D4-860D-90A2107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13664DA7-5F74-49F3-8C7D-454F4D9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重点事项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具体行动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事项一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事项三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DED0406-BA98-42E1-BFA8-175FA42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53926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D067BE0D-718D-4FA4-A6FA-8C46877D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08E0C1-C389-41F1-A070-60309DA7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759D1CA-9430-42A8-A907-D4808965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业务场景与案例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1878B8-39DB-411B-92AA-B5E2364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3681465-D0A5-4976-854D-1608526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FB0161A-F414-42DF-B4BE-92B3BF5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BE087A4C-C7E9-4E4A-9D19-FD4048F8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65758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业务现场 / 案例图片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C4B64DFB-738C-484A-AE0E-97A6C72B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1C8FC65F-E487-4245-8CF7-941DC091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08FD507C-5DC1-424B-8242-144FB61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069409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4CCDE78-F40F-4044-A793-B5C4E014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296D856-A664-463D-8F38-35DB6BD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重点目标 · 关键行动 · 所需支持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3EA4071C-8F31-4540-8634-D9066DD7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6AA01F08-6014-42BC-8907-8C6469A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487710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2026-09-09T09:59:47.1670000Z</dcterms:created>
  <dcterms:modified xsi:type="dcterms:W3CDTF">2026-09-09T09:59:47.1670000Z</dcterms:modified>
</coreProperties>
</file>