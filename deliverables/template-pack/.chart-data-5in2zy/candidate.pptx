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78453a6026443bd" /><Relationship Type="http://schemas.openxmlformats.org/officeDocument/2006/relationships/extended-properties" Target="/docProps/app.xml" Id="Rc23073fdccd4404a" /><Relationship Type="http://schemas.openxmlformats.org/officeDocument/2006/relationships/officeDocument" Target="/ppt/presentation.xml" Id="R01e1b7d7462a4b6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e2a819ed404032"/>
  </p:sldMasterIdLst>
  <p:notesMasterIdLst>
    <p:notesMasterId xmlns:r="http://schemas.openxmlformats.org/officeDocument/2006/relationships" r:id="R6fdc07130181440f"/>
  </p:notesMasterIdLst>
  <p:sldIdLst>
    <p:sldId xmlns:r="http://schemas.openxmlformats.org/officeDocument/2006/relationships" id="256" r:id="Rd815eed3afd94baf"/>
    <p:sldId xmlns:r="http://schemas.openxmlformats.org/officeDocument/2006/relationships" id="257" r:id="Re10037968fcd4f16"/>
    <p:sldId xmlns:r="http://schemas.openxmlformats.org/officeDocument/2006/relationships" id="258" r:id="Rcaadf99a5b674ca3"/>
    <p:sldId xmlns:r="http://schemas.openxmlformats.org/officeDocument/2006/relationships" id="259" r:id="Rccfc66bc7f0e4fee"/>
    <p:sldId xmlns:r="http://schemas.openxmlformats.org/officeDocument/2006/relationships" id="260" r:id="R64b09ac773894770"/>
    <p:sldId xmlns:r="http://schemas.openxmlformats.org/officeDocument/2006/relationships" id="261" r:id="R81b6917af19141c1"/>
    <p:sldId xmlns:r="http://schemas.openxmlformats.org/officeDocument/2006/relationships" id="262" r:id="Ra9e6ed1ecabc4429"/>
    <p:sldId xmlns:r="http://schemas.openxmlformats.org/officeDocument/2006/relationships" id="263" r:id="R8a16b4b6a4064b8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cd59abddeaf46f8" /><Relationship Type="http://schemas.openxmlformats.org/officeDocument/2006/relationships/slideMaster" Target="/ppt/slideMasters/slideMaster1.xml" Id="R35e2a819ed404032" /><Relationship Type="http://schemas.openxmlformats.org/officeDocument/2006/relationships/notesMaster" Target="/ppt/notesMasters/notesMaster1.xml" Id="R6fdc07130181440f" /><Relationship Type="http://schemas.openxmlformats.org/officeDocument/2006/relationships/presProps" Target="/ppt/presProps.xml" Id="R271191552e6d4ad3" /><Relationship Type="http://schemas.openxmlformats.org/officeDocument/2006/relationships/tableStyles" Target="/ppt/tableStyles.xml" Id="Ra38709dde2274924" /><Relationship Type="http://schemas.openxmlformats.org/officeDocument/2006/relationships/slide" Target="/ppt/slides/slide1.xml" Id="Rd815eed3afd94baf" /><Relationship Type="http://schemas.openxmlformats.org/officeDocument/2006/relationships/slide" Target="/ppt/slides/slide2.xml" Id="Re10037968fcd4f16" /><Relationship Type="http://schemas.openxmlformats.org/officeDocument/2006/relationships/slide" Target="/ppt/slides/slide3.xml" Id="Rcaadf99a5b674ca3" /><Relationship Type="http://schemas.openxmlformats.org/officeDocument/2006/relationships/slide" Target="/ppt/slides/slide4.xml" Id="Rccfc66bc7f0e4fee" /><Relationship Type="http://schemas.openxmlformats.org/officeDocument/2006/relationships/slide" Target="/ppt/slides/slide5.xml" Id="R64b09ac773894770" /><Relationship Type="http://schemas.openxmlformats.org/officeDocument/2006/relationships/slide" Target="/ppt/slides/slide6.xml" Id="R81b6917af19141c1" /><Relationship Type="http://schemas.openxmlformats.org/officeDocument/2006/relationships/slide" Target="/ppt/slides/slide7.xml" Id="Ra9e6ed1ecabc4429" /><Relationship Type="http://schemas.openxmlformats.org/officeDocument/2006/relationships/slide" Target="/ppt/slides/slide8.xml" Id="R8a16b4b6a4064b8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dd07b1a0254494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291f1c72904ad2" /><Relationship Type="http://schemas.openxmlformats.org/officeDocument/2006/relationships/notesMaster" Target="/ppt/notesMasters/notesMaster1.xml" Id="Rf2d564473d0141c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b188f396f204c1a" /><Relationship Type="http://schemas.openxmlformats.org/officeDocument/2006/relationships/notesMaster" Target="/ppt/notesMasters/notesMaster1.xml" Id="R79a5aadbb40541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95901e868d4d56" /><Relationship Type="http://schemas.openxmlformats.org/officeDocument/2006/relationships/notesMaster" Target="/ppt/notesMasters/notesMaster1.xml" Id="R1f8ee3f8a0ce49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a8e74c244024bd9" /><Relationship Type="http://schemas.openxmlformats.org/officeDocument/2006/relationships/notesMaster" Target="/ppt/notesMasters/notesMaster1.xml" Id="R0e80bf18ecba4c8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0940f1c78c04923" /><Relationship Type="http://schemas.openxmlformats.org/officeDocument/2006/relationships/notesMaster" Target="/ppt/notesMasters/notesMaster1.xml" Id="R967263bf152b4d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597d414d7bc4a81" /><Relationship Type="http://schemas.openxmlformats.org/officeDocument/2006/relationships/notesMaster" Target="/ppt/notesMasters/notesMaster1.xml" Id="Rea986b7b44cd4e9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f27d8f56234494" /><Relationship Type="http://schemas.openxmlformats.org/officeDocument/2006/relationships/notesMaster" Target="/ppt/notesMasters/notesMaster1.xml" Id="Rf01be775e1a745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cba883a8d08412d" /><Relationship Type="http://schemas.openxmlformats.org/officeDocument/2006/relationships/notesMaster" Target="/ppt/notesMasters/notesMaster1.xml" Id="Rac22abe5adc84f6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b489903969492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2ebec9a56ef4f3b" /><Relationship Type="http://schemas.openxmlformats.org/officeDocument/2006/relationships/slideLayout" Target="/ppt/slideLayouts/slideLayout1.xml" Id="Rc681fd37d85a4ec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81fd37d85a4ec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b72b9393e4829" /><Relationship Type="http://schemas.openxmlformats.org/officeDocument/2006/relationships/notesSlide" Target="/ppt/notesSlides/notesSlide1.xml" Id="R9f1d5e6354fd4b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301ca4b3242c8" /><Relationship Type="http://schemas.openxmlformats.org/officeDocument/2006/relationships/notesSlide" Target="/ppt/notesSlides/notesSlide2.xml" Id="R83c2fa4ba8e244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4bdb4200394f49" /><Relationship Type="http://schemas.openxmlformats.org/officeDocument/2006/relationships/notesSlide" Target="/ppt/notesSlides/notesSlide3.xml" Id="R7536cda55b934f6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00478959374326" /><Relationship Type="http://schemas.openxmlformats.org/officeDocument/2006/relationships/notesSlide" Target="/ppt/notesSlides/notesSlide4.xml" Id="Rf3c0ad622da445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1f1a7617148d0" /><Relationship Type="http://schemas.openxmlformats.org/officeDocument/2006/relationships/chart" Target="/ppt/slides/charts/chart1.xml" Id="R5eb718b726094e08" /><Relationship Type="http://schemas.openxmlformats.org/officeDocument/2006/relationships/notesSlide" Target="/ppt/notesSlides/notesSlide5.xml" Id="R69ddd5a0f0ce4a3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76a49c95474f47" /><Relationship Type="http://schemas.openxmlformats.org/officeDocument/2006/relationships/notesSlide" Target="/ppt/notesSlides/notesSlide6.xml" Id="R05cd3b6c31514be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9a158d5bc4f28" /><Relationship Type="http://schemas.openxmlformats.org/officeDocument/2006/relationships/notesSlide" Target="/ppt/notesSlides/notesSlide7.xml" Id="R8407e8d39bd9432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f776721dd704f38" /><Relationship Type="http://schemas.openxmlformats.org/officeDocument/2006/relationships/notesSlide" Target="/ppt/notesSlides/notesSlide8.xml" Id="Rf2d714a8b45f4f10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示例指标</c:v>
          </c:tx>
          <c:spPr>
            <a:solidFill xmlns:a="http://schemas.openxmlformats.org/drawingml/2006/main">
              <a:srgbClr val="287BC1"/>
            </a:solidFill>
            <a:ln xmlns:a="http://schemas.openxmlformats.org/drawingml/2006/main" w="28575">
              <a:solidFill>
                <a:srgbClr val="287BC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7BC1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  <c:pt idx="3">
                  <c:v>第四期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45</c:v>
                </c:pt>
                <c:pt idx="1">
                  <c:v>58</c:v>
                </c:pt>
                <c:pt idx="2">
                  <c:v>52</c:v>
                </c:pt>
                <c:pt idx="3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CCFE00E4-5D89-4871-A35B-817B3AB4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E84564B4-E935-46E8-BF71-D20D41B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7D402646-5D2D-4F24-A578-06ACC16EC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经营分析汇报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72205AF9-0013-41C6-AE78-78610FA6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汇报周期 / 业务范围 / 负责人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BC9974BC-4C28-470B-A733-D8589AE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88F5E7B2-B222-4E39-A07E-3CDB8A15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01</a:t>
            </a:r>
          </a:p>
        </p:txBody>
      </p:sp>
    </p:spTree>
    <p:extLst>
      <p:ext uri="{BB962C8B-B14F-4D97-AF65-F5344CB8AC3E}">
        <p14:creationId xmlns:p14="http://schemas.microsoft.com/office/powerpoint/2010/main" val="11884826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6F27B8F9-4803-4FF6-A745-7628D1EE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ADDED02B-F5E7-477B-8BDF-B13A2FE74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2E06915D-0489-4CE3-B419-0EE30529D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89E35295-EE0F-4ED9-A951-77F95A9B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FB3ABEA2-40E8-4519-8AED-A794B52A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EF2D3793-A6A3-4811-8E1B-838F170D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AB84EE14-A318-4883-AEBC-CB6E0376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FC06AEB5-8D2A-4486-96CF-F345B849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053B9E36-524C-4262-A8FE-930AA70FD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5C12AD23-23A1-4BB0-B93B-C96ACA46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0BCF778C-83B4-41DC-B4D9-8D7D664EC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6FE86BF3-F6CD-4BC6-9681-0DBAAF075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582E4A36-DD54-4496-B32B-E96B5EE2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F04C66A1-3914-47A4-924F-AAD1560E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894262BE-61D9-4763-B284-BC3083D7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775CEEC2-4C04-47DE-B284-EFC7FC5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4CD92175-A51E-44E4-83B9-6FE25BB48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</p:spTree>
    <p:extLst>
      <p:ext uri="{BB962C8B-B14F-4D97-AF65-F5344CB8AC3E}">
        <p14:creationId xmlns:p14="http://schemas.microsoft.com/office/powerpoint/2010/main" val="3489558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14D32A16-530B-4500-81F6-16F71C4FA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424FAB31-389F-42D6-8294-2992A4A0C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经营表现与关键问题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2D632196-D0F9-41E7-A828-8AF7921B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25E87E5B-B198-4547-82C4-50FB4805A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7198010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170801FD-50C1-47FD-87CA-856964AFF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343C6A0-3501-4FAD-AB90-9162FB288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BE9DAEF-34B3-4104-92B4-3806FE485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核心结论与业务判断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D63B9BE-7C07-4848-B62C-517C84F8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80DB8410-74A4-46A0-A31B-A85216C4A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FFDFB88D-5F08-4F6F-AB36-B34BBCD17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7850E609-1CB2-4A13-AAD2-D0547720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经营表现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45538130-A208-4B90-BC48-A6C645C0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DD2E66D2-5AF9-4E7D-A249-8E9F67C31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9FFEEDB5-2E50-437B-AADD-8D00D356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目标完成情况与主要变化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AA4E5817-3CE1-4F77-A4D8-FBF86FCA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9844FBB7-7781-436C-8325-6CAF49AFA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推动增长的关键业务因素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98E1575B-49FC-468A-A2F2-9DEC746B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AA1C2583-1923-48EF-9A0E-DBCE9CEF7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需要关注的异常指标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69035C75-7C74-4B3D-84D0-C0FBD26CF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5CEE7724-E0E3-4994-BA86-7C1464F9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最优先解决的问题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914CEF34-9D67-4B45-A597-4E5CE52A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553FC847-E2F3-4296-BEC8-18024C9ED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可执行的改进措施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9AB80C44-83C0-4864-BF2B-D046B9A9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35D3A772-FE0D-4EF4-93BF-B1FC4A477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需要协调的资源与支持</a:t>
            </a:r>
          </a:p>
        </p:txBody>
      </p:sp>
    </p:spTree>
    <p:extLst>
      <p:ext uri="{BB962C8B-B14F-4D97-AF65-F5344CB8AC3E}">
        <p14:creationId xmlns:p14="http://schemas.microsoft.com/office/powerpoint/2010/main" val="37815560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D47B4911-C17E-4705-9C02-8F7DB758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6FE3745D-5B88-4F59-A0C2-409D1D0BC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736A255C-233A-4CD1-8768-FC5AA1E1F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关键指标趋势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2E704991-B4D9-4B0F-B5F3-63C053F3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1F6F31B6-D5BA-45DD-A984-63AFAB715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622EFD8-931D-42F1-9ED9-43CA092F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ED1D32DC-65AB-4F87-8A3A-232FBC975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eb718b726094e08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DC9B9117-0D55-439B-8FE7-8BBCD8FE1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0BDE334F-0422-475B-AEDF-C39C7CBC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填写变化趋势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解释主要原因</a:t>
            </a:r>
          </a:p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C2574B06-7C36-4D7D-B79E-500855600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7535283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14F0E43A-E9DF-429D-9FFF-A91093309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2DC60EC7-19FA-4E5D-933C-5D0249FB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07D64C80-7575-4A44-884F-60ED86E5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行动计划与责任分工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51BBC0F-5F2E-4D51-8DCE-3FC67EAE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BC7338AE-7F3F-4F1D-8C47-96BA26375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215374BD-31F3-4C34-8AF3-CD966BEF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895DF4D3-15C7-481F-BF41-E9B976B4C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重点事项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具体行动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事项一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事项三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7FA3785E-A7DE-4190-8308-8D1EF0AF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4872918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4AC60FB6-DBD8-416F-ADBB-6142149B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8BCAD9E0-FE38-4843-81BC-80977AD21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F62A1EA8-A2EF-4B18-B38F-33F7C24E9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业务场景与案例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B4175FEF-D42E-49AF-92BB-138E68A0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A581A54B-2EF6-476B-B951-7A8D79F5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11FFABF-511C-456C-88C2-E6DAB945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D686B1EE-7328-47A7-AA73-7C8C5DB0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65758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业务现场 / 案例图片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7AB8CF6B-B03D-4321-B9B3-0319117A0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DB329F82-29F0-411C-8DFD-EF7BDAC6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填写场景背景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0CC4A6D1-A21C-4D8A-883E-BFA5B0E63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填写成果价值</a:t>
            </a:r>
          </a:p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说明需要强调的细节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188061287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6DE98CB3-97B1-41F4-9879-A70CBE5F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3C826FEB-08A8-4F35-807F-2AD95B7E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重点目标 · 关键行动 · 所需支持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80A0B91A-9A74-4005-A49D-E126A82C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D1CB4FF4-C177-48BB-8D99-6EF95713B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203787331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2026-09-09T09:59:28.2760000Z</dcterms:created>
  <dcterms:modified xsi:type="dcterms:W3CDTF">2026-09-09T09:59:28.2760000Z</dcterms:modified>
</coreProperties>
</file>